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1"/>
    <p:restoredTop sz="94671"/>
  </p:normalViewPr>
  <p:slideViewPr>
    <p:cSldViewPr snapToGrid="0">
      <p:cViewPr varScale="1">
        <p:scale>
          <a:sx n="114" d="100"/>
          <a:sy n="114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BFECB8-EDCB-46AF-80D1-20955E75813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F814360-9A53-40A8-BA82-CCFB1575C7EC}">
      <dgm:prSet/>
      <dgm:spPr/>
      <dgm:t>
        <a:bodyPr/>
        <a:lstStyle/>
        <a:p>
          <a:r>
            <a:rPr lang="en-US"/>
            <a:t>Short courses, limited hands-on practice – people forget steps</a:t>
          </a:r>
        </a:p>
      </dgm:t>
    </dgm:pt>
    <dgm:pt modelId="{282ECF73-2741-4F6A-8DE0-350B76F46962}" type="parTrans" cxnId="{95CCA0A6-3ECA-41B9-9004-093138880881}">
      <dgm:prSet/>
      <dgm:spPr/>
      <dgm:t>
        <a:bodyPr/>
        <a:lstStyle/>
        <a:p>
          <a:endParaRPr lang="en-US"/>
        </a:p>
      </dgm:t>
    </dgm:pt>
    <dgm:pt modelId="{775BE921-9A63-4A00-AE61-FCC6FBF25CAB}" type="sibTrans" cxnId="{95CCA0A6-3ECA-41B9-9004-09313888088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CCE3587-3A92-4A95-891C-8C92E8808A0C}">
      <dgm:prSet/>
      <dgm:spPr/>
      <dgm:t>
        <a:bodyPr/>
        <a:lstStyle/>
        <a:p>
          <a:r>
            <a:rPr lang="en-US"/>
            <a:t>Dependence on instructors, manikins, and classroom time</a:t>
          </a:r>
        </a:p>
      </dgm:t>
    </dgm:pt>
    <dgm:pt modelId="{7F649482-AC3B-40D2-9B71-60D8FC393A9C}" type="parTrans" cxnId="{77881EF4-35C3-4C4F-ACE4-714077C52BD8}">
      <dgm:prSet/>
      <dgm:spPr/>
      <dgm:t>
        <a:bodyPr/>
        <a:lstStyle/>
        <a:p>
          <a:endParaRPr lang="en-US"/>
        </a:p>
      </dgm:t>
    </dgm:pt>
    <dgm:pt modelId="{95C0E66C-6059-490F-8BC1-098C56807AC8}" type="sibTrans" cxnId="{77881EF4-35C3-4C4F-ACE4-714077C52BD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FEC9F15-95FC-4E4D-AA30-F1BF1D94C00B}">
      <dgm:prSet/>
      <dgm:spPr/>
      <dgm:t>
        <a:bodyPr/>
        <a:lstStyle/>
        <a:p>
          <a:r>
            <a:rPr lang="en-US"/>
            <a:t>Learners feel unsure or nervous in real emergency situations</a:t>
          </a:r>
        </a:p>
      </dgm:t>
    </dgm:pt>
    <dgm:pt modelId="{FC958F9D-5ECF-4795-A15D-8FEFFAA60579}" type="parTrans" cxnId="{951788DF-46B7-4F9A-8B25-AD5BDDA8AE53}">
      <dgm:prSet/>
      <dgm:spPr/>
      <dgm:t>
        <a:bodyPr/>
        <a:lstStyle/>
        <a:p>
          <a:endParaRPr lang="en-US"/>
        </a:p>
      </dgm:t>
    </dgm:pt>
    <dgm:pt modelId="{BB0AB2C6-EC7C-4BF3-845D-AFFAD6B60817}" type="sibTrans" cxnId="{951788DF-46B7-4F9A-8B25-AD5BDDA8AE5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DAE167A-1C03-1E4E-A3C5-41B4D87621D9}" type="pres">
      <dgm:prSet presAssocID="{E2BFECB8-EDCB-46AF-80D1-20955E75813D}" presName="Name0" presStyleCnt="0">
        <dgm:presLayoutVars>
          <dgm:animLvl val="lvl"/>
          <dgm:resizeHandles val="exact"/>
        </dgm:presLayoutVars>
      </dgm:prSet>
      <dgm:spPr/>
    </dgm:pt>
    <dgm:pt modelId="{23E9A40F-078A-E546-930E-B4C622530E48}" type="pres">
      <dgm:prSet presAssocID="{BF814360-9A53-40A8-BA82-CCFB1575C7EC}" presName="compositeNode" presStyleCnt="0">
        <dgm:presLayoutVars>
          <dgm:bulletEnabled val="1"/>
        </dgm:presLayoutVars>
      </dgm:prSet>
      <dgm:spPr/>
    </dgm:pt>
    <dgm:pt modelId="{2A3FF277-A282-0C4F-89AC-37C3CC80F91E}" type="pres">
      <dgm:prSet presAssocID="{BF814360-9A53-40A8-BA82-CCFB1575C7EC}" presName="bgRect" presStyleLbl="bgAccFollowNode1" presStyleIdx="0" presStyleCnt="3"/>
      <dgm:spPr/>
    </dgm:pt>
    <dgm:pt modelId="{2C92B3C5-CA71-6C46-9CB7-DBA403312BED}" type="pres">
      <dgm:prSet presAssocID="{775BE921-9A63-4A00-AE61-FCC6FBF25CA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89869B65-798F-FF47-80CC-C95954E19FD2}" type="pres">
      <dgm:prSet presAssocID="{BF814360-9A53-40A8-BA82-CCFB1575C7EC}" presName="bottomLine" presStyleLbl="alignNode1" presStyleIdx="1" presStyleCnt="6">
        <dgm:presLayoutVars/>
      </dgm:prSet>
      <dgm:spPr/>
    </dgm:pt>
    <dgm:pt modelId="{7AE804E1-25ED-F44F-B4A0-415779229854}" type="pres">
      <dgm:prSet presAssocID="{BF814360-9A53-40A8-BA82-CCFB1575C7EC}" presName="nodeText" presStyleLbl="bgAccFollowNode1" presStyleIdx="0" presStyleCnt="3">
        <dgm:presLayoutVars>
          <dgm:bulletEnabled val="1"/>
        </dgm:presLayoutVars>
      </dgm:prSet>
      <dgm:spPr/>
    </dgm:pt>
    <dgm:pt modelId="{C6C09E81-090D-294A-856B-5EFA763860FB}" type="pres">
      <dgm:prSet presAssocID="{775BE921-9A63-4A00-AE61-FCC6FBF25CAB}" presName="sibTrans" presStyleCnt="0"/>
      <dgm:spPr/>
    </dgm:pt>
    <dgm:pt modelId="{3B60CDBC-EE38-6640-A3BE-82F9874D96DC}" type="pres">
      <dgm:prSet presAssocID="{7CCE3587-3A92-4A95-891C-8C92E8808A0C}" presName="compositeNode" presStyleCnt="0">
        <dgm:presLayoutVars>
          <dgm:bulletEnabled val="1"/>
        </dgm:presLayoutVars>
      </dgm:prSet>
      <dgm:spPr/>
    </dgm:pt>
    <dgm:pt modelId="{AF5A5457-1DB6-4A41-8D56-F2C205904FD1}" type="pres">
      <dgm:prSet presAssocID="{7CCE3587-3A92-4A95-891C-8C92E8808A0C}" presName="bgRect" presStyleLbl="bgAccFollowNode1" presStyleIdx="1" presStyleCnt="3"/>
      <dgm:spPr/>
    </dgm:pt>
    <dgm:pt modelId="{6562B42B-D959-8247-93A3-481832748D6B}" type="pres">
      <dgm:prSet presAssocID="{95C0E66C-6059-490F-8BC1-098C56807AC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24D78EB0-F06B-4F48-BB37-065B5F3C8631}" type="pres">
      <dgm:prSet presAssocID="{7CCE3587-3A92-4A95-891C-8C92E8808A0C}" presName="bottomLine" presStyleLbl="alignNode1" presStyleIdx="3" presStyleCnt="6">
        <dgm:presLayoutVars/>
      </dgm:prSet>
      <dgm:spPr/>
    </dgm:pt>
    <dgm:pt modelId="{65C2D29D-4B0A-D94A-A9D4-043483A042F9}" type="pres">
      <dgm:prSet presAssocID="{7CCE3587-3A92-4A95-891C-8C92E8808A0C}" presName="nodeText" presStyleLbl="bgAccFollowNode1" presStyleIdx="1" presStyleCnt="3">
        <dgm:presLayoutVars>
          <dgm:bulletEnabled val="1"/>
        </dgm:presLayoutVars>
      </dgm:prSet>
      <dgm:spPr/>
    </dgm:pt>
    <dgm:pt modelId="{1E0F8C29-5817-6E4E-BFE4-D2D56FEAD277}" type="pres">
      <dgm:prSet presAssocID="{95C0E66C-6059-490F-8BC1-098C56807AC8}" presName="sibTrans" presStyleCnt="0"/>
      <dgm:spPr/>
    </dgm:pt>
    <dgm:pt modelId="{48FEBC92-881D-0F49-A139-637F560349F2}" type="pres">
      <dgm:prSet presAssocID="{3FEC9F15-95FC-4E4D-AA30-F1BF1D94C00B}" presName="compositeNode" presStyleCnt="0">
        <dgm:presLayoutVars>
          <dgm:bulletEnabled val="1"/>
        </dgm:presLayoutVars>
      </dgm:prSet>
      <dgm:spPr/>
    </dgm:pt>
    <dgm:pt modelId="{5CE0A071-333D-E84D-9991-BC141B373283}" type="pres">
      <dgm:prSet presAssocID="{3FEC9F15-95FC-4E4D-AA30-F1BF1D94C00B}" presName="bgRect" presStyleLbl="bgAccFollowNode1" presStyleIdx="2" presStyleCnt="3"/>
      <dgm:spPr/>
    </dgm:pt>
    <dgm:pt modelId="{4B69EFB0-1692-3945-9EC8-1443B2F61BB2}" type="pres">
      <dgm:prSet presAssocID="{BB0AB2C6-EC7C-4BF3-845D-AFFAD6B6081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42A864F-077F-B547-A518-E09A4C94771E}" type="pres">
      <dgm:prSet presAssocID="{3FEC9F15-95FC-4E4D-AA30-F1BF1D94C00B}" presName="bottomLine" presStyleLbl="alignNode1" presStyleIdx="5" presStyleCnt="6">
        <dgm:presLayoutVars/>
      </dgm:prSet>
      <dgm:spPr/>
    </dgm:pt>
    <dgm:pt modelId="{A933C9B5-CDCF-FA47-954A-02C27E1A3B8D}" type="pres">
      <dgm:prSet presAssocID="{3FEC9F15-95FC-4E4D-AA30-F1BF1D94C00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2A5304E-1E41-6249-98A5-5F52D42811F7}" type="presOf" srcId="{E2BFECB8-EDCB-46AF-80D1-20955E75813D}" destId="{ADAE167A-1C03-1E4E-A3C5-41B4D87621D9}" srcOrd="0" destOrd="0" presId="urn:microsoft.com/office/officeart/2016/7/layout/BasicLinearProcessNumbered"/>
    <dgm:cxn modelId="{9DB03F54-9895-EA45-9B69-76E0292DDA48}" type="presOf" srcId="{95C0E66C-6059-490F-8BC1-098C56807AC8}" destId="{6562B42B-D959-8247-93A3-481832748D6B}" srcOrd="0" destOrd="0" presId="urn:microsoft.com/office/officeart/2016/7/layout/BasicLinearProcessNumbered"/>
    <dgm:cxn modelId="{D5149F58-4CDB-A549-8425-60B1DC8C5937}" type="presOf" srcId="{775BE921-9A63-4A00-AE61-FCC6FBF25CAB}" destId="{2C92B3C5-CA71-6C46-9CB7-DBA403312BED}" srcOrd="0" destOrd="0" presId="urn:microsoft.com/office/officeart/2016/7/layout/BasicLinearProcessNumbered"/>
    <dgm:cxn modelId="{06861076-2C91-4749-BE8C-1BD5B5F2C98E}" type="presOf" srcId="{7CCE3587-3A92-4A95-891C-8C92E8808A0C}" destId="{AF5A5457-1DB6-4A41-8D56-F2C205904FD1}" srcOrd="0" destOrd="0" presId="urn:microsoft.com/office/officeart/2016/7/layout/BasicLinearProcessNumbered"/>
    <dgm:cxn modelId="{0F488184-4352-934E-8634-94D1D181013B}" type="presOf" srcId="{BF814360-9A53-40A8-BA82-CCFB1575C7EC}" destId="{7AE804E1-25ED-F44F-B4A0-415779229854}" srcOrd="1" destOrd="0" presId="urn:microsoft.com/office/officeart/2016/7/layout/BasicLinearProcessNumbered"/>
    <dgm:cxn modelId="{95CCA0A6-3ECA-41B9-9004-093138880881}" srcId="{E2BFECB8-EDCB-46AF-80D1-20955E75813D}" destId="{BF814360-9A53-40A8-BA82-CCFB1575C7EC}" srcOrd="0" destOrd="0" parTransId="{282ECF73-2741-4F6A-8DE0-350B76F46962}" sibTransId="{775BE921-9A63-4A00-AE61-FCC6FBF25CAB}"/>
    <dgm:cxn modelId="{F05B81AD-01FE-CD44-9C23-A358AB118F7A}" type="presOf" srcId="{7CCE3587-3A92-4A95-891C-8C92E8808A0C}" destId="{65C2D29D-4B0A-D94A-A9D4-043483A042F9}" srcOrd="1" destOrd="0" presId="urn:microsoft.com/office/officeart/2016/7/layout/BasicLinearProcessNumbered"/>
    <dgm:cxn modelId="{298864B8-3CFB-8542-B77F-F872BF7F4CC4}" type="presOf" srcId="{3FEC9F15-95FC-4E4D-AA30-F1BF1D94C00B}" destId="{A933C9B5-CDCF-FA47-954A-02C27E1A3B8D}" srcOrd="1" destOrd="0" presId="urn:microsoft.com/office/officeart/2016/7/layout/BasicLinearProcessNumbered"/>
    <dgm:cxn modelId="{574A33D4-F5C3-314E-B462-AD3B6BB17147}" type="presOf" srcId="{3FEC9F15-95FC-4E4D-AA30-F1BF1D94C00B}" destId="{5CE0A071-333D-E84D-9991-BC141B373283}" srcOrd="0" destOrd="0" presId="urn:microsoft.com/office/officeart/2016/7/layout/BasicLinearProcessNumbered"/>
    <dgm:cxn modelId="{951788DF-46B7-4F9A-8B25-AD5BDDA8AE53}" srcId="{E2BFECB8-EDCB-46AF-80D1-20955E75813D}" destId="{3FEC9F15-95FC-4E4D-AA30-F1BF1D94C00B}" srcOrd="2" destOrd="0" parTransId="{FC958F9D-5ECF-4795-A15D-8FEFFAA60579}" sibTransId="{BB0AB2C6-EC7C-4BF3-845D-AFFAD6B60817}"/>
    <dgm:cxn modelId="{77881EF4-35C3-4C4F-ACE4-714077C52BD8}" srcId="{E2BFECB8-EDCB-46AF-80D1-20955E75813D}" destId="{7CCE3587-3A92-4A95-891C-8C92E8808A0C}" srcOrd="1" destOrd="0" parTransId="{7F649482-AC3B-40D2-9B71-60D8FC393A9C}" sibTransId="{95C0E66C-6059-490F-8BC1-098C56807AC8}"/>
    <dgm:cxn modelId="{7CE5E9F4-1402-9248-838D-A3CEDD243FB0}" type="presOf" srcId="{BF814360-9A53-40A8-BA82-CCFB1575C7EC}" destId="{2A3FF277-A282-0C4F-89AC-37C3CC80F91E}" srcOrd="0" destOrd="0" presId="urn:microsoft.com/office/officeart/2016/7/layout/BasicLinearProcessNumbered"/>
    <dgm:cxn modelId="{B80B41F8-4C3C-8C4A-8850-21FC1F04A4EF}" type="presOf" srcId="{BB0AB2C6-EC7C-4BF3-845D-AFFAD6B60817}" destId="{4B69EFB0-1692-3945-9EC8-1443B2F61BB2}" srcOrd="0" destOrd="0" presId="urn:microsoft.com/office/officeart/2016/7/layout/BasicLinearProcessNumbered"/>
    <dgm:cxn modelId="{BB3E0F65-A26F-3C45-8270-3C44AD3EA474}" type="presParOf" srcId="{ADAE167A-1C03-1E4E-A3C5-41B4D87621D9}" destId="{23E9A40F-078A-E546-930E-B4C622530E48}" srcOrd="0" destOrd="0" presId="urn:microsoft.com/office/officeart/2016/7/layout/BasicLinearProcessNumbered"/>
    <dgm:cxn modelId="{2A833C71-1CB5-6249-AE7F-7C0E502C1A4E}" type="presParOf" srcId="{23E9A40F-078A-E546-930E-B4C622530E48}" destId="{2A3FF277-A282-0C4F-89AC-37C3CC80F91E}" srcOrd="0" destOrd="0" presId="urn:microsoft.com/office/officeart/2016/7/layout/BasicLinearProcessNumbered"/>
    <dgm:cxn modelId="{E24432E9-600F-6846-92F0-65F9521DF5E5}" type="presParOf" srcId="{23E9A40F-078A-E546-930E-B4C622530E48}" destId="{2C92B3C5-CA71-6C46-9CB7-DBA403312BED}" srcOrd="1" destOrd="0" presId="urn:microsoft.com/office/officeart/2016/7/layout/BasicLinearProcessNumbered"/>
    <dgm:cxn modelId="{B0837AFD-9BCD-2E4C-B430-409834336845}" type="presParOf" srcId="{23E9A40F-078A-E546-930E-B4C622530E48}" destId="{89869B65-798F-FF47-80CC-C95954E19FD2}" srcOrd="2" destOrd="0" presId="urn:microsoft.com/office/officeart/2016/7/layout/BasicLinearProcessNumbered"/>
    <dgm:cxn modelId="{DF1EB82C-4FC5-A84B-B095-AF0EE864DAEB}" type="presParOf" srcId="{23E9A40F-078A-E546-930E-B4C622530E48}" destId="{7AE804E1-25ED-F44F-B4A0-415779229854}" srcOrd="3" destOrd="0" presId="urn:microsoft.com/office/officeart/2016/7/layout/BasicLinearProcessNumbered"/>
    <dgm:cxn modelId="{9D622E46-E368-D84F-9803-E4AF3B962D75}" type="presParOf" srcId="{ADAE167A-1C03-1E4E-A3C5-41B4D87621D9}" destId="{C6C09E81-090D-294A-856B-5EFA763860FB}" srcOrd="1" destOrd="0" presId="urn:microsoft.com/office/officeart/2016/7/layout/BasicLinearProcessNumbered"/>
    <dgm:cxn modelId="{3410238A-26D1-7342-BBC0-B2FEACA814DD}" type="presParOf" srcId="{ADAE167A-1C03-1E4E-A3C5-41B4D87621D9}" destId="{3B60CDBC-EE38-6640-A3BE-82F9874D96DC}" srcOrd="2" destOrd="0" presId="urn:microsoft.com/office/officeart/2016/7/layout/BasicLinearProcessNumbered"/>
    <dgm:cxn modelId="{D7CA91DB-9634-0A44-8E2D-164E88972953}" type="presParOf" srcId="{3B60CDBC-EE38-6640-A3BE-82F9874D96DC}" destId="{AF5A5457-1DB6-4A41-8D56-F2C205904FD1}" srcOrd="0" destOrd="0" presId="urn:microsoft.com/office/officeart/2016/7/layout/BasicLinearProcessNumbered"/>
    <dgm:cxn modelId="{6977C8AD-C6FC-0D45-A68E-28CC0F234AB3}" type="presParOf" srcId="{3B60CDBC-EE38-6640-A3BE-82F9874D96DC}" destId="{6562B42B-D959-8247-93A3-481832748D6B}" srcOrd="1" destOrd="0" presId="urn:microsoft.com/office/officeart/2016/7/layout/BasicLinearProcessNumbered"/>
    <dgm:cxn modelId="{4D5FD62F-5427-164A-93A9-D3D10BE45018}" type="presParOf" srcId="{3B60CDBC-EE38-6640-A3BE-82F9874D96DC}" destId="{24D78EB0-F06B-4F48-BB37-065B5F3C8631}" srcOrd="2" destOrd="0" presId="urn:microsoft.com/office/officeart/2016/7/layout/BasicLinearProcessNumbered"/>
    <dgm:cxn modelId="{7AC660E1-E83D-774C-A62B-4EDE2E29F391}" type="presParOf" srcId="{3B60CDBC-EE38-6640-A3BE-82F9874D96DC}" destId="{65C2D29D-4B0A-D94A-A9D4-043483A042F9}" srcOrd="3" destOrd="0" presId="urn:microsoft.com/office/officeart/2016/7/layout/BasicLinearProcessNumbered"/>
    <dgm:cxn modelId="{3DE727EA-F9A9-744F-B1E2-261BBC68DEDC}" type="presParOf" srcId="{ADAE167A-1C03-1E4E-A3C5-41B4D87621D9}" destId="{1E0F8C29-5817-6E4E-BFE4-D2D56FEAD277}" srcOrd="3" destOrd="0" presId="urn:microsoft.com/office/officeart/2016/7/layout/BasicLinearProcessNumbered"/>
    <dgm:cxn modelId="{43C064BC-115D-E64E-A0DD-B0F33BCE391C}" type="presParOf" srcId="{ADAE167A-1C03-1E4E-A3C5-41B4D87621D9}" destId="{48FEBC92-881D-0F49-A139-637F560349F2}" srcOrd="4" destOrd="0" presId="urn:microsoft.com/office/officeart/2016/7/layout/BasicLinearProcessNumbered"/>
    <dgm:cxn modelId="{591DA36F-C538-E04B-8E37-4CDF2DF9534A}" type="presParOf" srcId="{48FEBC92-881D-0F49-A139-637F560349F2}" destId="{5CE0A071-333D-E84D-9991-BC141B373283}" srcOrd="0" destOrd="0" presId="urn:microsoft.com/office/officeart/2016/7/layout/BasicLinearProcessNumbered"/>
    <dgm:cxn modelId="{71A2C682-30CD-BE47-ADDE-8D252BB76C22}" type="presParOf" srcId="{48FEBC92-881D-0F49-A139-637F560349F2}" destId="{4B69EFB0-1692-3945-9EC8-1443B2F61BB2}" srcOrd="1" destOrd="0" presId="urn:microsoft.com/office/officeart/2016/7/layout/BasicLinearProcessNumbered"/>
    <dgm:cxn modelId="{0CEE050F-5602-9343-82DC-098BFFF3DD22}" type="presParOf" srcId="{48FEBC92-881D-0F49-A139-637F560349F2}" destId="{E42A864F-077F-B547-A518-E09A4C94771E}" srcOrd="2" destOrd="0" presId="urn:microsoft.com/office/officeart/2016/7/layout/BasicLinearProcessNumbered"/>
    <dgm:cxn modelId="{553C3411-A901-D348-BA91-075AEDE37B92}" type="presParOf" srcId="{48FEBC92-881D-0F49-A139-637F560349F2}" destId="{A933C9B5-CDCF-FA47-954A-02C27E1A3B8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0FC489-4442-464C-99AC-9DBFA7500D1B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8EF00D3-C162-4352-A226-4D6A3A952EDD}">
      <dgm:prSet/>
      <dgm:spPr/>
      <dgm:t>
        <a:bodyPr/>
        <a:lstStyle/>
        <a:p>
          <a:r>
            <a:rPr lang="en-US"/>
            <a:t>VR CPR / first-aid apps: scenario-based training with basic scoring</a:t>
          </a:r>
        </a:p>
      </dgm:t>
    </dgm:pt>
    <dgm:pt modelId="{A03363F6-DD78-465D-A8FD-B933482E17A4}" type="parTrans" cxnId="{9100267D-ECD4-43B9-9F5C-32B865B41212}">
      <dgm:prSet/>
      <dgm:spPr/>
      <dgm:t>
        <a:bodyPr/>
        <a:lstStyle/>
        <a:p>
          <a:endParaRPr lang="en-US"/>
        </a:p>
      </dgm:t>
    </dgm:pt>
    <dgm:pt modelId="{68B710D6-7C5A-4D78-9BE1-8F6632675F69}" type="sibTrans" cxnId="{9100267D-ECD4-43B9-9F5C-32B865B41212}">
      <dgm:prSet/>
      <dgm:spPr/>
      <dgm:t>
        <a:bodyPr/>
        <a:lstStyle/>
        <a:p>
          <a:endParaRPr lang="en-US"/>
        </a:p>
      </dgm:t>
    </dgm:pt>
    <dgm:pt modelId="{FBEC8661-493E-4E68-B2AD-2F72ABE95DF7}">
      <dgm:prSet/>
      <dgm:spPr/>
      <dgm:t>
        <a:bodyPr/>
        <a:lstStyle/>
        <a:p>
          <a:r>
            <a:rPr lang="en-US"/>
            <a:t>Professional trauma / nursing VR: complex, team-based hospital scenarios</a:t>
          </a:r>
        </a:p>
      </dgm:t>
    </dgm:pt>
    <dgm:pt modelId="{E0DF4F92-D935-425D-974D-66F531C97EEC}" type="parTrans" cxnId="{2A5B328D-2A4D-482D-B727-EF9D2A8A80AF}">
      <dgm:prSet/>
      <dgm:spPr/>
      <dgm:t>
        <a:bodyPr/>
        <a:lstStyle/>
        <a:p>
          <a:endParaRPr lang="en-US"/>
        </a:p>
      </dgm:t>
    </dgm:pt>
    <dgm:pt modelId="{B4019254-2FD5-48A5-90BC-97247A96FB66}" type="sibTrans" cxnId="{2A5B328D-2A4D-482D-B727-EF9D2A8A80AF}">
      <dgm:prSet/>
      <dgm:spPr/>
      <dgm:t>
        <a:bodyPr/>
        <a:lstStyle/>
        <a:p>
          <a:endParaRPr lang="en-US"/>
        </a:p>
      </dgm:t>
    </dgm:pt>
    <dgm:pt modelId="{32803A6F-6984-4493-8270-EEC29BC32F1D}">
      <dgm:prSet/>
      <dgm:spPr/>
      <dgm:t>
        <a:bodyPr/>
        <a:lstStyle/>
        <a:p>
          <a:r>
            <a:rPr lang="en-US"/>
            <a:t>Show VR is already used, but often for one specific skill only</a:t>
          </a:r>
        </a:p>
      </dgm:t>
    </dgm:pt>
    <dgm:pt modelId="{AB143F13-CB2B-4E14-BE64-716409A26777}" type="parTrans" cxnId="{65A7287D-6A88-4251-BFB3-AA4E75C2CE74}">
      <dgm:prSet/>
      <dgm:spPr/>
      <dgm:t>
        <a:bodyPr/>
        <a:lstStyle/>
        <a:p>
          <a:endParaRPr lang="en-US"/>
        </a:p>
      </dgm:t>
    </dgm:pt>
    <dgm:pt modelId="{1FE972B4-AF62-4C30-9EDD-E912E8C08FA5}" type="sibTrans" cxnId="{65A7287D-6A88-4251-BFB3-AA4E75C2CE74}">
      <dgm:prSet/>
      <dgm:spPr/>
      <dgm:t>
        <a:bodyPr/>
        <a:lstStyle/>
        <a:p>
          <a:endParaRPr lang="en-US"/>
        </a:p>
      </dgm:t>
    </dgm:pt>
    <dgm:pt modelId="{0B1A21D0-2F6D-F640-AD8E-12D293C890AD}" type="pres">
      <dgm:prSet presAssocID="{850FC489-4442-464C-99AC-9DBFA7500D1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B59EE6-11A5-B741-9AD7-DF53FF508812}" type="pres">
      <dgm:prSet presAssocID="{D8EF00D3-C162-4352-A226-4D6A3A952EDD}" presName="hierRoot1" presStyleCnt="0"/>
      <dgm:spPr/>
    </dgm:pt>
    <dgm:pt modelId="{695F832C-511F-0246-A5B7-778EC56A1DF7}" type="pres">
      <dgm:prSet presAssocID="{D8EF00D3-C162-4352-A226-4D6A3A952EDD}" presName="composite" presStyleCnt="0"/>
      <dgm:spPr/>
    </dgm:pt>
    <dgm:pt modelId="{64007EEE-D4DA-584A-AD48-B712A244876B}" type="pres">
      <dgm:prSet presAssocID="{D8EF00D3-C162-4352-A226-4D6A3A952EDD}" presName="background" presStyleLbl="node0" presStyleIdx="0" presStyleCnt="3"/>
      <dgm:spPr/>
    </dgm:pt>
    <dgm:pt modelId="{ED0475E0-3B7A-9F41-A899-75292CB8B924}" type="pres">
      <dgm:prSet presAssocID="{D8EF00D3-C162-4352-A226-4D6A3A952EDD}" presName="text" presStyleLbl="fgAcc0" presStyleIdx="0" presStyleCnt="3">
        <dgm:presLayoutVars>
          <dgm:chPref val="3"/>
        </dgm:presLayoutVars>
      </dgm:prSet>
      <dgm:spPr/>
    </dgm:pt>
    <dgm:pt modelId="{37B7DE2B-05F5-BD4D-B451-D61F3AEB876C}" type="pres">
      <dgm:prSet presAssocID="{D8EF00D3-C162-4352-A226-4D6A3A952EDD}" presName="hierChild2" presStyleCnt="0"/>
      <dgm:spPr/>
    </dgm:pt>
    <dgm:pt modelId="{95CF7761-DD3B-DE4F-9C98-9949EFA7E1C2}" type="pres">
      <dgm:prSet presAssocID="{FBEC8661-493E-4E68-B2AD-2F72ABE95DF7}" presName="hierRoot1" presStyleCnt="0"/>
      <dgm:spPr/>
    </dgm:pt>
    <dgm:pt modelId="{D47122A1-ACF1-0D42-A83A-53379B38D2CA}" type="pres">
      <dgm:prSet presAssocID="{FBEC8661-493E-4E68-B2AD-2F72ABE95DF7}" presName="composite" presStyleCnt="0"/>
      <dgm:spPr/>
    </dgm:pt>
    <dgm:pt modelId="{13A2ED40-E2D9-5B4F-B057-DC8F26B0E30D}" type="pres">
      <dgm:prSet presAssocID="{FBEC8661-493E-4E68-B2AD-2F72ABE95DF7}" presName="background" presStyleLbl="node0" presStyleIdx="1" presStyleCnt="3"/>
      <dgm:spPr/>
    </dgm:pt>
    <dgm:pt modelId="{C79EDD2D-57A8-8641-AD5A-0B301E0C3F18}" type="pres">
      <dgm:prSet presAssocID="{FBEC8661-493E-4E68-B2AD-2F72ABE95DF7}" presName="text" presStyleLbl="fgAcc0" presStyleIdx="1" presStyleCnt="3">
        <dgm:presLayoutVars>
          <dgm:chPref val="3"/>
        </dgm:presLayoutVars>
      </dgm:prSet>
      <dgm:spPr/>
    </dgm:pt>
    <dgm:pt modelId="{5E6CCA41-B039-CB4D-B726-318B44388AF8}" type="pres">
      <dgm:prSet presAssocID="{FBEC8661-493E-4E68-B2AD-2F72ABE95DF7}" presName="hierChild2" presStyleCnt="0"/>
      <dgm:spPr/>
    </dgm:pt>
    <dgm:pt modelId="{71E3B398-5EFE-F444-B63A-E83C879BCB30}" type="pres">
      <dgm:prSet presAssocID="{32803A6F-6984-4493-8270-EEC29BC32F1D}" presName="hierRoot1" presStyleCnt="0"/>
      <dgm:spPr/>
    </dgm:pt>
    <dgm:pt modelId="{2372524E-389A-3540-B4FA-6898874D2785}" type="pres">
      <dgm:prSet presAssocID="{32803A6F-6984-4493-8270-EEC29BC32F1D}" presName="composite" presStyleCnt="0"/>
      <dgm:spPr/>
    </dgm:pt>
    <dgm:pt modelId="{D89F8383-FC9E-4B46-85D8-4ADFE00FEE54}" type="pres">
      <dgm:prSet presAssocID="{32803A6F-6984-4493-8270-EEC29BC32F1D}" presName="background" presStyleLbl="node0" presStyleIdx="2" presStyleCnt="3"/>
      <dgm:spPr/>
    </dgm:pt>
    <dgm:pt modelId="{04C452EA-A02A-034E-BF52-B8610A27453B}" type="pres">
      <dgm:prSet presAssocID="{32803A6F-6984-4493-8270-EEC29BC32F1D}" presName="text" presStyleLbl="fgAcc0" presStyleIdx="2" presStyleCnt="3">
        <dgm:presLayoutVars>
          <dgm:chPref val="3"/>
        </dgm:presLayoutVars>
      </dgm:prSet>
      <dgm:spPr/>
    </dgm:pt>
    <dgm:pt modelId="{E5EB873C-D555-BA4E-8AFB-B943C6A6934A}" type="pres">
      <dgm:prSet presAssocID="{32803A6F-6984-4493-8270-EEC29BC32F1D}" presName="hierChild2" presStyleCnt="0"/>
      <dgm:spPr/>
    </dgm:pt>
  </dgm:ptLst>
  <dgm:cxnLst>
    <dgm:cxn modelId="{B6929D0D-F5FE-124C-AB4D-622E85C1E5EF}" type="presOf" srcId="{D8EF00D3-C162-4352-A226-4D6A3A952EDD}" destId="{ED0475E0-3B7A-9F41-A899-75292CB8B924}" srcOrd="0" destOrd="0" presId="urn:microsoft.com/office/officeart/2005/8/layout/hierarchy1"/>
    <dgm:cxn modelId="{C1B12677-29AE-1944-BFB7-75A57B2E809F}" type="presOf" srcId="{850FC489-4442-464C-99AC-9DBFA7500D1B}" destId="{0B1A21D0-2F6D-F640-AD8E-12D293C890AD}" srcOrd="0" destOrd="0" presId="urn:microsoft.com/office/officeart/2005/8/layout/hierarchy1"/>
    <dgm:cxn modelId="{9100267D-ECD4-43B9-9F5C-32B865B41212}" srcId="{850FC489-4442-464C-99AC-9DBFA7500D1B}" destId="{D8EF00D3-C162-4352-A226-4D6A3A952EDD}" srcOrd="0" destOrd="0" parTransId="{A03363F6-DD78-465D-A8FD-B933482E17A4}" sibTransId="{68B710D6-7C5A-4D78-9BE1-8F6632675F69}"/>
    <dgm:cxn modelId="{65A7287D-6A88-4251-BFB3-AA4E75C2CE74}" srcId="{850FC489-4442-464C-99AC-9DBFA7500D1B}" destId="{32803A6F-6984-4493-8270-EEC29BC32F1D}" srcOrd="2" destOrd="0" parTransId="{AB143F13-CB2B-4E14-BE64-716409A26777}" sibTransId="{1FE972B4-AF62-4C30-9EDD-E912E8C08FA5}"/>
    <dgm:cxn modelId="{2A5B328D-2A4D-482D-B727-EF9D2A8A80AF}" srcId="{850FC489-4442-464C-99AC-9DBFA7500D1B}" destId="{FBEC8661-493E-4E68-B2AD-2F72ABE95DF7}" srcOrd="1" destOrd="0" parTransId="{E0DF4F92-D935-425D-974D-66F531C97EEC}" sibTransId="{B4019254-2FD5-48A5-90BC-97247A96FB66}"/>
    <dgm:cxn modelId="{0F7919A6-B138-7746-8A17-3816771B59DA}" type="presOf" srcId="{FBEC8661-493E-4E68-B2AD-2F72ABE95DF7}" destId="{C79EDD2D-57A8-8641-AD5A-0B301E0C3F18}" srcOrd="0" destOrd="0" presId="urn:microsoft.com/office/officeart/2005/8/layout/hierarchy1"/>
    <dgm:cxn modelId="{229A39E9-3BC1-9E44-AE28-294981AF9311}" type="presOf" srcId="{32803A6F-6984-4493-8270-EEC29BC32F1D}" destId="{04C452EA-A02A-034E-BF52-B8610A27453B}" srcOrd="0" destOrd="0" presId="urn:microsoft.com/office/officeart/2005/8/layout/hierarchy1"/>
    <dgm:cxn modelId="{5F3A04AC-F90D-AC4D-B90E-57C3DC1429DB}" type="presParOf" srcId="{0B1A21D0-2F6D-F640-AD8E-12D293C890AD}" destId="{E2B59EE6-11A5-B741-9AD7-DF53FF508812}" srcOrd="0" destOrd="0" presId="urn:microsoft.com/office/officeart/2005/8/layout/hierarchy1"/>
    <dgm:cxn modelId="{032F2EEB-6D05-5145-82C2-FE1EB23F0C9F}" type="presParOf" srcId="{E2B59EE6-11A5-B741-9AD7-DF53FF508812}" destId="{695F832C-511F-0246-A5B7-778EC56A1DF7}" srcOrd="0" destOrd="0" presId="urn:microsoft.com/office/officeart/2005/8/layout/hierarchy1"/>
    <dgm:cxn modelId="{623DE6FA-26D5-024A-9144-F9E538F9DAD7}" type="presParOf" srcId="{695F832C-511F-0246-A5B7-778EC56A1DF7}" destId="{64007EEE-D4DA-584A-AD48-B712A244876B}" srcOrd="0" destOrd="0" presId="urn:microsoft.com/office/officeart/2005/8/layout/hierarchy1"/>
    <dgm:cxn modelId="{89935522-EAEA-1A47-84E1-71BD75DCF4A7}" type="presParOf" srcId="{695F832C-511F-0246-A5B7-778EC56A1DF7}" destId="{ED0475E0-3B7A-9F41-A899-75292CB8B924}" srcOrd="1" destOrd="0" presId="urn:microsoft.com/office/officeart/2005/8/layout/hierarchy1"/>
    <dgm:cxn modelId="{804481FB-E463-0D47-968D-CF7DB3A250F3}" type="presParOf" srcId="{E2B59EE6-11A5-B741-9AD7-DF53FF508812}" destId="{37B7DE2B-05F5-BD4D-B451-D61F3AEB876C}" srcOrd="1" destOrd="0" presId="urn:microsoft.com/office/officeart/2005/8/layout/hierarchy1"/>
    <dgm:cxn modelId="{755F4F0B-9A56-2447-9692-5CE159352083}" type="presParOf" srcId="{0B1A21D0-2F6D-F640-AD8E-12D293C890AD}" destId="{95CF7761-DD3B-DE4F-9C98-9949EFA7E1C2}" srcOrd="1" destOrd="0" presId="urn:microsoft.com/office/officeart/2005/8/layout/hierarchy1"/>
    <dgm:cxn modelId="{6DE602B0-4DF9-2042-B295-B5A7D8B24078}" type="presParOf" srcId="{95CF7761-DD3B-DE4F-9C98-9949EFA7E1C2}" destId="{D47122A1-ACF1-0D42-A83A-53379B38D2CA}" srcOrd="0" destOrd="0" presId="urn:microsoft.com/office/officeart/2005/8/layout/hierarchy1"/>
    <dgm:cxn modelId="{87BDBB74-FC6A-F94B-BD46-DA13A46EAD90}" type="presParOf" srcId="{D47122A1-ACF1-0D42-A83A-53379B38D2CA}" destId="{13A2ED40-E2D9-5B4F-B057-DC8F26B0E30D}" srcOrd="0" destOrd="0" presId="urn:microsoft.com/office/officeart/2005/8/layout/hierarchy1"/>
    <dgm:cxn modelId="{0BDB433E-AC79-964C-8AFD-29EA745BE452}" type="presParOf" srcId="{D47122A1-ACF1-0D42-A83A-53379B38D2CA}" destId="{C79EDD2D-57A8-8641-AD5A-0B301E0C3F18}" srcOrd="1" destOrd="0" presId="urn:microsoft.com/office/officeart/2005/8/layout/hierarchy1"/>
    <dgm:cxn modelId="{C28998AF-126A-2F43-A28D-E9FCD0B45514}" type="presParOf" srcId="{95CF7761-DD3B-DE4F-9C98-9949EFA7E1C2}" destId="{5E6CCA41-B039-CB4D-B726-318B44388AF8}" srcOrd="1" destOrd="0" presId="urn:microsoft.com/office/officeart/2005/8/layout/hierarchy1"/>
    <dgm:cxn modelId="{D0BE2C8A-CF1C-CF44-B247-45BA87565F49}" type="presParOf" srcId="{0B1A21D0-2F6D-F640-AD8E-12D293C890AD}" destId="{71E3B398-5EFE-F444-B63A-E83C879BCB30}" srcOrd="2" destOrd="0" presId="urn:microsoft.com/office/officeart/2005/8/layout/hierarchy1"/>
    <dgm:cxn modelId="{F7019FD4-06A9-5B4A-914F-5BAC6876016C}" type="presParOf" srcId="{71E3B398-5EFE-F444-B63A-E83C879BCB30}" destId="{2372524E-389A-3540-B4FA-6898874D2785}" srcOrd="0" destOrd="0" presId="urn:microsoft.com/office/officeart/2005/8/layout/hierarchy1"/>
    <dgm:cxn modelId="{29B82886-F706-C346-9B8A-E04593DE1346}" type="presParOf" srcId="{2372524E-389A-3540-B4FA-6898874D2785}" destId="{D89F8383-FC9E-4B46-85D8-4ADFE00FEE54}" srcOrd="0" destOrd="0" presId="urn:microsoft.com/office/officeart/2005/8/layout/hierarchy1"/>
    <dgm:cxn modelId="{F5C4832B-6A15-174D-B1CC-22F191D87956}" type="presParOf" srcId="{2372524E-389A-3540-B4FA-6898874D2785}" destId="{04C452EA-A02A-034E-BF52-B8610A27453B}" srcOrd="1" destOrd="0" presId="urn:microsoft.com/office/officeart/2005/8/layout/hierarchy1"/>
    <dgm:cxn modelId="{E5D5D834-8614-9147-9162-AC6F2F62B540}" type="presParOf" srcId="{71E3B398-5EFE-F444-B63A-E83C879BCB30}" destId="{E5EB873C-D555-BA4E-8AFB-B943C6A6934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0332A3-D22C-4839-97B6-8508978122F8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D689CDA-A7BF-48E6-8C93-720DDAC9A806}">
      <dgm:prSet/>
      <dgm:spPr/>
      <dgm:t>
        <a:bodyPr/>
        <a:lstStyle/>
        <a:p>
          <a:r>
            <a:rPr lang="en-US"/>
            <a:t>Beginner-friendly: simple interactions &amp; step-by-step guidance</a:t>
          </a:r>
        </a:p>
      </dgm:t>
    </dgm:pt>
    <dgm:pt modelId="{51C0E8AF-E82A-4C1C-8140-043A064BEC8D}" type="parTrans" cxnId="{D5CA74B6-812F-4A01-8A89-069401ACB97F}">
      <dgm:prSet/>
      <dgm:spPr/>
      <dgm:t>
        <a:bodyPr/>
        <a:lstStyle/>
        <a:p>
          <a:endParaRPr lang="en-US"/>
        </a:p>
      </dgm:t>
    </dgm:pt>
    <dgm:pt modelId="{15811ED1-5B86-452F-AEBF-F3C568CA574D}" type="sibTrans" cxnId="{D5CA74B6-812F-4A01-8A89-069401ACB97F}">
      <dgm:prSet/>
      <dgm:spPr/>
      <dgm:t>
        <a:bodyPr/>
        <a:lstStyle/>
        <a:p>
          <a:endParaRPr lang="en-US"/>
        </a:p>
      </dgm:t>
    </dgm:pt>
    <dgm:pt modelId="{00D0FE97-CAA0-4398-8799-98C0F10BE5B3}">
      <dgm:prSet/>
      <dgm:spPr/>
      <dgm:t>
        <a:bodyPr/>
        <a:lstStyle/>
        <a:p>
          <a:r>
            <a:rPr lang="en-US"/>
            <a:t>Simple to deploy and low operating cost</a:t>
          </a:r>
        </a:p>
      </dgm:t>
    </dgm:pt>
    <dgm:pt modelId="{C9CFC94C-3CCD-48E4-B8CD-E05DEDC6AECB}" type="parTrans" cxnId="{8F47DA8C-2BA4-47A6-A6AC-CDE4DA8CEB9D}">
      <dgm:prSet/>
      <dgm:spPr/>
      <dgm:t>
        <a:bodyPr/>
        <a:lstStyle/>
        <a:p>
          <a:endParaRPr lang="en-US"/>
        </a:p>
      </dgm:t>
    </dgm:pt>
    <dgm:pt modelId="{7CF03723-16EC-4007-89BE-B67AFDE53213}" type="sibTrans" cxnId="{8F47DA8C-2BA4-47A6-A6AC-CDE4DA8CEB9D}">
      <dgm:prSet/>
      <dgm:spPr/>
      <dgm:t>
        <a:bodyPr/>
        <a:lstStyle/>
        <a:p>
          <a:endParaRPr lang="en-US"/>
        </a:p>
      </dgm:t>
    </dgm:pt>
    <dgm:pt modelId="{9188B2E2-111A-4E14-9E07-54076304F241}">
      <dgm:prSet/>
      <dgm:spPr/>
      <dgm:t>
        <a:bodyPr/>
        <a:lstStyle/>
        <a:p>
          <a:r>
            <a:rPr lang="en-US"/>
            <a:t>Clear feedback: which steps were done, which were missed</a:t>
          </a:r>
        </a:p>
      </dgm:t>
    </dgm:pt>
    <dgm:pt modelId="{DD3E9873-80FC-4033-8CF0-A90F7AD2C5E3}" type="parTrans" cxnId="{7B66F0FD-9C9B-4F26-82E3-8E4578E68165}">
      <dgm:prSet/>
      <dgm:spPr/>
      <dgm:t>
        <a:bodyPr/>
        <a:lstStyle/>
        <a:p>
          <a:endParaRPr lang="en-US"/>
        </a:p>
      </dgm:t>
    </dgm:pt>
    <dgm:pt modelId="{7CE73ED2-0AB1-4CAC-AE86-EB6C10DA1AE7}" type="sibTrans" cxnId="{7B66F0FD-9C9B-4F26-82E3-8E4578E68165}">
      <dgm:prSet/>
      <dgm:spPr/>
      <dgm:t>
        <a:bodyPr/>
        <a:lstStyle/>
        <a:p>
          <a:endParaRPr lang="en-US"/>
        </a:p>
      </dgm:t>
    </dgm:pt>
    <dgm:pt modelId="{14592A93-A1FB-A248-8B7A-9A643BFD72B8}" type="pres">
      <dgm:prSet presAssocID="{3B0332A3-D22C-4839-97B6-8508978122F8}" presName="outerComposite" presStyleCnt="0">
        <dgm:presLayoutVars>
          <dgm:chMax val="5"/>
          <dgm:dir/>
          <dgm:resizeHandles val="exact"/>
        </dgm:presLayoutVars>
      </dgm:prSet>
      <dgm:spPr/>
    </dgm:pt>
    <dgm:pt modelId="{16431FF5-980C-474F-8081-C5443A6E2751}" type="pres">
      <dgm:prSet presAssocID="{3B0332A3-D22C-4839-97B6-8508978122F8}" presName="dummyMaxCanvas" presStyleCnt="0">
        <dgm:presLayoutVars/>
      </dgm:prSet>
      <dgm:spPr/>
    </dgm:pt>
    <dgm:pt modelId="{6B018461-BA7F-2D45-B68F-6B73D9ED1F59}" type="pres">
      <dgm:prSet presAssocID="{3B0332A3-D22C-4839-97B6-8508978122F8}" presName="ThreeNodes_1" presStyleLbl="node1" presStyleIdx="0" presStyleCnt="3">
        <dgm:presLayoutVars>
          <dgm:bulletEnabled val="1"/>
        </dgm:presLayoutVars>
      </dgm:prSet>
      <dgm:spPr/>
    </dgm:pt>
    <dgm:pt modelId="{6A1FCE67-20D7-9E4E-A825-71C17679021D}" type="pres">
      <dgm:prSet presAssocID="{3B0332A3-D22C-4839-97B6-8508978122F8}" presName="ThreeNodes_2" presStyleLbl="node1" presStyleIdx="1" presStyleCnt="3">
        <dgm:presLayoutVars>
          <dgm:bulletEnabled val="1"/>
        </dgm:presLayoutVars>
      </dgm:prSet>
      <dgm:spPr/>
    </dgm:pt>
    <dgm:pt modelId="{EC0ACABA-C60E-E445-ABC1-D13AB6522EFC}" type="pres">
      <dgm:prSet presAssocID="{3B0332A3-D22C-4839-97B6-8508978122F8}" presName="ThreeNodes_3" presStyleLbl="node1" presStyleIdx="2" presStyleCnt="3">
        <dgm:presLayoutVars>
          <dgm:bulletEnabled val="1"/>
        </dgm:presLayoutVars>
      </dgm:prSet>
      <dgm:spPr/>
    </dgm:pt>
    <dgm:pt modelId="{3C33637F-0C63-3C42-B271-D2F4EB9A6809}" type="pres">
      <dgm:prSet presAssocID="{3B0332A3-D22C-4839-97B6-8508978122F8}" presName="ThreeConn_1-2" presStyleLbl="fgAccFollowNode1" presStyleIdx="0" presStyleCnt="2">
        <dgm:presLayoutVars>
          <dgm:bulletEnabled val="1"/>
        </dgm:presLayoutVars>
      </dgm:prSet>
      <dgm:spPr/>
    </dgm:pt>
    <dgm:pt modelId="{50A6B31F-DB93-614A-A113-DA5532400679}" type="pres">
      <dgm:prSet presAssocID="{3B0332A3-D22C-4839-97B6-8508978122F8}" presName="ThreeConn_2-3" presStyleLbl="fgAccFollowNode1" presStyleIdx="1" presStyleCnt="2">
        <dgm:presLayoutVars>
          <dgm:bulletEnabled val="1"/>
        </dgm:presLayoutVars>
      </dgm:prSet>
      <dgm:spPr/>
    </dgm:pt>
    <dgm:pt modelId="{9E2322A5-E5C8-0B47-AE04-BFEFE9961A2F}" type="pres">
      <dgm:prSet presAssocID="{3B0332A3-D22C-4839-97B6-8508978122F8}" presName="ThreeNodes_1_text" presStyleLbl="node1" presStyleIdx="2" presStyleCnt="3">
        <dgm:presLayoutVars>
          <dgm:bulletEnabled val="1"/>
        </dgm:presLayoutVars>
      </dgm:prSet>
      <dgm:spPr/>
    </dgm:pt>
    <dgm:pt modelId="{F74F7A5B-85D8-F642-84C7-07B4ED0CF727}" type="pres">
      <dgm:prSet presAssocID="{3B0332A3-D22C-4839-97B6-8508978122F8}" presName="ThreeNodes_2_text" presStyleLbl="node1" presStyleIdx="2" presStyleCnt="3">
        <dgm:presLayoutVars>
          <dgm:bulletEnabled val="1"/>
        </dgm:presLayoutVars>
      </dgm:prSet>
      <dgm:spPr/>
    </dgm:pt>
    <dgm:pt modelId="{B536694C-48B7-FA49-802B-EE76C18C0669}" type="pres">
      <dgm:prSet presAssocID="{3B0332A3-D22C-4839-97B6-8508978122F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3079B0D-81FA-0849-93D3-81AB7DA31CF0}" type="presOf" srcId="{9188B2E2-111A-4E14-9E07-54076304F241}" destId="{B536694C-48B7-FA49-802B-EE76C18C0669}" srcOrd="1" destOrd="0" presId="urn:microsoft.com/office/officeart/2005/8/layout/vProcess5"/>
    <dgm:cxn modelId="{D9AF4A21-710D-8C4F-9DE0-1A2FA42165CE}" type="presOf" srcId="{15811ED1-5B86-452F-AEBF-F3C568CA574D}" destId="{3C33637F-0C63-3C42-B271-D2F4EB9A6809}" srcOrd="0" destOrd="0" presId="urn:microsoft.com/office/officeart/2005/8/layout/vProcess5"/>
    <dgm:cxn modelId="{0CF76948-6232-AB42-A2D4-6F25D0C19480}" type="presOf" srcId="{9188B2E2-111A-4E14-9E07-54076304F241}" destId="{EC0ACABA-C60E-E445-ABC1-D13AB6522EFC}" srcOrd="0" destOrd="0" presId="urn:microsoft.com/office/officeart/2005/8/layout/vProcess5"/>
    <dgm:cxn modelId="{D3811B4A-548E-4147-B596-E2013AEFCD34}" type="presOf" srcId="{7CF03723-16EC-4007-89BE-B67AFDE53213}" destId="{50A6B31F-DB93-614A-A113-DA5532400679}" srcOrd="0" destOrd="0" presId="urn:microsoft.com/office/officeart/2005/8/layout/vProcess5"/>
    <dgm:cxn modelId="{854F014E-A1D6-7143-8DAD-5243CB8E31C4}" type="presOf" srcId="{00D0FE97-CAA0-4398-8799-98C0F10BE5B3}" destId="{F74F7A5B-85D8-F642-84C7-07B4ED0CF727}" srcOrd="1" destOrd="0" presId="urn:microsoft.com/office/officeart/2005/8/layout/vProcess5"/>
    <dgm:cxn modelId="{EBB20C63-B443-0640-AFA5-9CA634FD90B3}" type="presOf" srcId="{00D0FE97-CAA0-4398-8799-98C0F10BE5B3}" destId="{6A1FCE67-20D7-9E4E-A825-71C17679021D}" srcOrd="0" destOrd="0" presId="urn:microsoft.com/office/officeart/2005/8/layout/vProcess5"/>
    <dgm:cxn modelId="{8F47DA8C-2BA4-47A6-A6AC-CDE4DA8CEB9D}" srcId="{3B0332A3-D22C-4839-97B6-8508978122F8}" destId="{00D0FE97-CAA0-4398-8799-98C0F10BE5B3}" srcOrd="1" destOrd="0" parTransId="{C9CFC94C-3CCD-48E4-B8CD-E05DEDC6AECB}" sibTransId="{7CF03723-16EC-4007-89BE-B67AFDE53213}"/>
    <dgm:cxn modelId="{E843A6A1-44E5-CF4B-83CD-C5CE46624797}" type="presOf" srcId="{CD689CDA-A7BF-48E6-8C93-720DDAC9A806}" destId="{9E2322A5-E5C8-0B47-AE04-BFEFE9961A2F}" srcOrd="1" destOrd="0" presId="urn:microsoft.com/office/officeart/2005/8/layout/vProcess5"/>
    <dgm:cxn modelId="{C3673FA3-5DB3-3E47-A0C6-E1BFE7B5F5E8}" type="presOf" srcId="{CD689CDA-A7BF-48E6-8C93-720DDAC9A806}" destId="{6B018461-BA7F-2D45-B68F-6B73D9ED1F59}" srcOrd="0" destOrd="0" presId="urn:microsoft.com/office/officeart/2005/8/layout/vProcess5"/>
    <dgm:cxn modelId="{D5CA74B6-812F-4A01-8A89-069401ACB97F}" srcId="{3B0332A3-D22C-4839-97B6-8508978122F8}" destId="{CD689CDA-A7BF-48E6-8C93-720DDAC9A806}" srcOrd="0" destOrd="0" parTransId="{51C0E8AF-E82A-4C1C-8140-043A064BEC8D}" sibTransId="{15811ED1-5B86-452F-AEBF-F3C568CA574D}"/>
    <dgm:cxn modelId="{DF7720EA-D79A-F749-8036-352CB65F1CAF}" type="presOf" srcId="{3B0332A3-D22C-4839-97B6-8508978122F8}" destId="{14592A93-A1FB-A248-8B7A-9A643BFD72B8}" srcOrd="0" destOrd="0" presId="urn:microsoft.com/office/officeart/2005/8/layout/vProcess5"/>
    <dgm:cxn modelId="{7B66F0FD-9C9B-4F26-82E3-8E4578E68165}" srcId="{3B0332A3-D22C-4839-97B6-8508978122F8}" destId="{9188B2E2-111A-4E14-9E07-54076304F241}" srcOrd="2" destOrd="0" parTransId="{DD3E9873-80FC-4033-8CF0-A90F7AD2C5E3}" sibTransId="{7CE73ED2-0AB1-4CAC-AE86-EB6C10DA1AE7}"/>
    <dgm:cxn modelId="{8CA6A98D-9833-A545-9EA8-8BBE6B8089FF}" type="presParOf" srcId="{14592A93-A1FB-A248-8B7A-9A643BFD72B8}" destId="{16431FF5-980C-474F-8081-C5443A6E2751}" srcOrd="0" destOrd="0" presId="urn:microsoft.com/office/officeart/2005/8/layout/vProcess5"/>
    <dgm:cxn modelId="{4C90A8B4-2DA1-6D48-8DDC-D7CE1511A83D}" type="presParOf" srcId="{14592A93-A1FB-A248-8B7A-9A643BFD72B8}" destId="{6B018461-BA7F-2D45-B68F-6B73D9ED1F59}" srcOrd="1" destOrd="0" presId="urn:microsoft.com/office/officeart/2005/8/layout/vProcess5"/>
    <dgm:cxn modelId="{05A2C24F-E74B-D342-8B2C-FFB0CBEC2A7F}" type="presParOf" srcId="{14592A93-A1FB-A248-8B7A-9A643BFD72B8}" destId="{6A1FCE67-20D7-9E4E-A825-71C17679021D}" srcOrd="2" destOrd="0" presId="urn:microsoft.com/office/officeart/2005/8/layout/vProcess5"/>
    <dgm:cxn modelId="{B14A00BE-B9AE-3442-B1D5-1B6218B4034E}" type="presParOf" srcId="{14592A93-A1FB-A248-8B7A-9A643BFD72B8}" destId="{EC0ACABA-C60E-E445-ABC1-D13AB6522EFC}" srcOrd="3" destOrd="0" presId="urn:microsoft.com/office/officeart/2005/8/layout/vProcess5"/>
    <dgm:cxn modelId="{02E4E210-BC69-344A-B9F4-8DF5D3DFA06C}" type="presParOf" srcId="{14592A93-A1FB-A248-8B7A-9A643BFD72B8}" destId="{3C33637F-0C63-3C42-B271-D2F4EB9A6809}" srcOrd="4" destOrd="0" presId="urn:microsoft.com/office/officeart/2005/8/layout/vProcess5"/>
    <dgm:cxn modelId="{AB344AA0-B5D7-1D41-89C1-CDA96C696A4A}" type="presParOf" srcId="{14592A93-A1FB-A248-8B7A-9A643BFD72B8}" destId="{50A6B31F-DB93-614A-A113-DA5532400679}" srcOrd="5" destOrd="0" presId="urn:microsoft.com/office/officeart/2005/8/layout/vProcess5"/>
    <dgm:cxn modelId="{0E20492D-5951-D142-A99E-830721B8A40A}" type="presParOf" srcId="{14592A93-A1FB-A248-8B7A-9A643BFD72B8}" destId="{9E2322A5-E5C8-0B47-AE04-BFEFE9961A2F}" srcOrd="6" destOrd="0" presId="urn:microsoft.com/office/officeart/2005/8/layout/vProcess5"/>
    <dgm:cxn modelId="{D399982B-A818-E14E-A85A-44CCF8D4149F}" type="presParOf" srcId="{14592A93-A1FB-A248-8B7A-9A643BFD72B8}" destId="{F74F7A5B-85D8-F642-84C7-07B4ED0CF727}" srcOrd="7" destOrd="0" presId="urn:microsoft.com/office/officeart/2005/8/layout/vProcess5"/>
    <dgm:cxn modelId="{275B131F-AA8A-1E45-9931-9E738768422D}" type="presParOf" srcId="{14592A93-A1FB-A248-8B7A-9A643BFD72B8}" destId="{B536694C-48B7-FA49-802B-EE76C18C066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43DDD5-2327-49FE-B507-F669E958086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7375F0-F263-4261-8901-A552AABB25AC}">
      <dgm:prSet/>
      <dgm:spPr/>
      <dgm:t>
        <a:bodyPr/>
        <a:lstStyle/>
        <a:p>
          <a:r>
            <a:rPr lang="en-US"/>
            <a:t>Prototype-level system with only one or two scenarios</a:t>
          </a:r>
        </a:p>
      </dgm:t>
    </dgm:pt>
    <dgm:pt modelId="{CC35F105-F842-498C-AB4D-8BB8EDEE6F89}" type="parTrans" cxnId="{8A38AD1C-9D6A-47E4-A48F-D1473121BB43}">
      <dgm:prSet/>
      <dgm:spPr/>
      <dgm:t>
        <a:bodyPr/>
        <a:lstStyle/>
        <a:p>
          <a:endParaRPr lang="en-US"/>
        </a:p>
      </dgm:t>
    </dgm:pt>
    <dgm:pt modelId="{E9887BE2-6F18-4EB3-83E6-9A1BD9041F93}" type="sibTrans" cxnId="{8A38AD1C-9D6A-47E4-A48F-D1473121BB43}">
      <dgm:prSet/>
      <dgm:spPr/>
      <dgm:t>
        <a:bodyPr/>
        <a:lstStyle/>
        <a:p>
          <a:endParaRPr lang="en-US"/>
        </a:p>
      </dgm:t>
    </dgm:pt>
    <dgm:pt modelId="{254586F0-D564-480C-A534-48C44BC4FB33}">
      <dgm:prSet/>
      <dgm:spPr/>
      <dgm:t>
        <a:bodyPr/>
        <a:lstStyle/>
        <a:p>
          <a:r>
            <a:rPr lang="en-US"/>
            <a:t>Simple interaction &amp; evaluation, not fully medically precise</a:t>
          </a:r>
        </a:p>
      </dgm:t>
    </dgm:pt>
    <dgm:pt modelId="{4F2EA3EE-B099-499C-8EE7-AAF18137B96F}" type="parTrans" cxnId="{85536B25-9202-409B-AA2A-24C8436B9CE7}">
      <dgm:prSet/>
      <dgm:spPr/>
      <dgm:t>
        <a:bodyPr/>
        <a:lstStyle/>
        <a:p>
          <a:endParaRPr lang="en-US"/>
        </a:p>
      </dgm:t>
    </dgm:pt>
    <dgm:pt modelId="{248B50FF-CA0C-436B-9516-77742494D184}" type="sibTrans" cxnId="{85536B25-9202-409B-AA2A-24C8436B9CE7}">
      <dgm:prSet/>
      <dgm:spPr/>
      <dgm:t>
        <a:bodyPr/>
        <a:lstStyle/>
        <a:p>
          <a:endParaRPr lang="en-US"/>
        </a:p>
      </dgm:t>
    </dgm:pt>
    <dgm:pt modelId="{B5F5ECFF-6324-4485-A8A0-FABB83A74E01}">
      <dgm:prSet/>
      <dgm:spPr/>
      <dgm:t>
        <a:bodyPr/>
        <a:lstStyle/>
        <a:p>
          <a:r>
            <a:rPr lang="en-US"/>
            <a:t>Requires VR hardware, which may limit access</a:t>
          </a:r>
        </a:p>
      </dgm:t>
    </dgm:pt>
    <dgm:pt modelId="{7FACB1B2-5A97-42D8-B9AD-9E24242FF802}" type="parTrans" cxnId="{1D112B1E-76D5-431D-BB25-4EE35BFBECE4}">
      <dgm:prSet/>
      <dgm:spPr/>
      <dgm:t>
        <a:bodyPr/>
        <a:lstStyle/>
        <a:p>
          <a:endParaRPr lang="en-US"/>
        </a:p>
      </dgm:t>
    </dgm:pt>
    <dgm:pt modelId="{194A4AAB-B66A-49D2-AC8B-FF0E747BB1D4}" type="sibTrans" cxnId="{1D112B1E-76D5-431D-BB25-4EE35BFBECE4}">
      <dgm:prSet/>
      <dgm:spPr/>
      <dgm:t>
        <a:bodyPr/>
        <a:lstStyle/>
        <a:p>
          <a:endParaRPr lang="en-US"/>
        </a:p>
      </dgm:t>
    </dgm:pt>
    <dgm:pt modelId="{F4EB4D8E-FF65-42BC-9A6C-5EF0F1C5C5E5}" type="pres">
      <dgm:prSet presAssocID="{4543DDD5-2327-49FE-B507-F669E958086A}" presName="root" presStyleCnt="0">
        <dgm:presLayoutVars>
          <dgm:dir/>
          <dgm:resizeHandles val="exact"/>
        </dgm:presLayoutVars>
      </dgm:prSet>
      <dgm:spPr/>
    </dgm:pt>
    <dgm:pt modelId="{1EDEA941-607A-4191-B687-1B9690D075A9}" type="pres">
      <dgm:prSet presAssocID="{807375F0-F263-4261-8901-A552AABB25AC}" presName="compNode" presStyleCnt="0"/>
      <dgm:spPr/>
    </dgm:pt>
    <dgm:pt modelId="{06A4C2C1-EBA2-4C60-A7FC-8DE4E641698F}" type="pres">
      <dgm:prSet presAssocID="{807375F0-F263-4261-8901-A552AABB25AC}" presName="bgRect" presStyleLbl="bgShp" presStyleIdx="0" presStyleCnt="3"/>
      <dgm:spPr/>
    </dgm:pt>
    <dgm:pt modelId="{5B071A06-AB91-4E08-B9AA-BEC743A7C153}" type="pres">
      <dgm:prSet presAssocID="{807375F0-F263-4261-8901-A552AABB25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A436634-E70D-45B9-942B-29ADF6850791}" type="pres">
      <dgm:prSet presAssocID="{807375F0-F263-4261-8901-A552AABB25AC}" presName="spaceRect" presStyleCnt="0"/>
      <dgm:spPr/>
    </dgm:pt>
    <dgm:pt modelId="{DEC3C524-4F44-49E9-9ADB-F7262FD6F1B8}" type="pres">
      <dgm:prSet presAssocID="{807375F0-F263-4261-8901-A552AABB25AC}" presName="parTx" presStyleLbl="revTx" presStyleIdx="0" presStyleCnt="3">
        <dgm:presLayoutVars>
          <dgm:chMax val="0"/>
          <dgm:chPref val="0"/>
        </dgm:presLayoutVars>
      </dgm:prSet>
      <dgm:spPr/>
    </dgm:pt>
    <dgm:pt modelId="{A969BD5B-B7A3-4CBC-8770-FC97F5CB047C}" type="pres">
      <dgm:prSet presAssocID="{E9887BE2-6F18-4EB3-83E6-9A1BD9041F93}" presName="sibTrans" presStyleCnt="0"/>
      <dgm:spPr/>
    </dgm:pt>
    <dgm:pt modelId="{31B25FBE-F4F5-4184-A293-714CF0B0030A}" type="pres">
      <dgm:prSet presAssocID="{254586F0-D564-480C-A534-48C44BC4FB33}" presName="compNode" presStyleCnt="0"/>
      <dgm:spPr/>
    </dgm:pt>
    <dgm:pt modelId="{45CFB8A7-D9D8-4929-8D0F-5437EA2F2462}" type="pres">
      <dgm:prSet presAssocID="{254586F0-D564-480C-A534-48C44BC4FB33}" presName="bgRect" presStyleLbl="bgShp" presStyleIdx="1" presStyleCnt="3"/>
      <dgm:spPr/>
    </dgm:pt>
    <dgm:pt modelId="{E490D27F-253D-4116-A0E6-715B1A08D137}" type="pres">
      <dgm:prSet presAssocID="{254586F0-D564-480C-A534-48C44BC4FB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BDA81A06-FB39-451B-A11A-D7BC5776E19A}" type="pres">
      <dgm:prSet presAssocID="{254586F0-D564-480C-A534-48C44BC4FB33}" presName="spaceRect" presStyleCnt="0"/>
      <dgm:spPr/>
    </dgm:pt>
    <dgm:pt modelId="{8F2C166C-9452-4FB8-A3BD-7D5F7FD6F0F4}" type="pres">
      <dgm:prSet presAssocID="{254586F0-D564-480C-A534-48C44BC4FB33}" presName="parTx" presStyleLbl="revTx" presStyleIdx="1" presStyleCnt="3">
        <dgm:presLayoutVars>
          <dgm:chMax val="0"/>
          <dgm:chPref val="0"/>
        </dgm:presLayoutVars>
      </dgm:prSet>
      <dgm:spPr/>
    </dgm:pt>
    <dgm:pt modelId="{68DBB79C-83F9-4990-A6E4-5D2493E6B412}" type="pres">
      <dgm:prSet presAssocID="{248B50FF-CA0C-436B-9516-77742494D184}" presName="sibTrans" presStyleCnt="0"/>
      <dgm:spPr/>
    </dgm:pt>
    <dgm:pt modelId="{594BB5F4-A1B8-45C5-BFF2-8469BF0369FB}" type="pres">
      <dgm:prSet presAssocID="{B5F5ECFF-6324-4485-A8A0-FABB83A74E01}" presName="compNode" presStyleCnt="0"/>
      <dgm:spPr/>
    </dgm:pt>
    <dgm:pt modelId="{02D4544E-1C6E-4D03-83AC-3827C94C92E8}" type="pres">
      <dgm:prSet presAssocID="{B5F5ECFF-6324-4485-A8A0-FABB83A74E01}" presName="bgRect" presStyleLbl="bgShp" presStyleIdx="2" presStyleCnt="3"/>
      <dgm:spPr/>
    </dgm:pt>
    <dgm:pt modelId="{6C2BBF84-B047-4CDB-913E-210342FE43F1}" type="pres">
      <dgm:prSet presAssocID="{B5F5ECFF-6324-4485-A8A0-FABB83A74E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1F847266-2456-4E51-9271-7424903E721F}" type="pres">
      <dgm:prSet presAssocID="{B5F5ECFF-6324-4485-A8A0-FABB83A74E01}" presName="spaceRect" presStyleCnt="0"/>
      <dgm:spPr/>
    </dgm:pt>
    <dgm:pt modelId="{6B2082D9-A6FE-4525-A14A-3D420C034C4A}" type="pres">
      <dgm:prSet presAssocID="{B5F5ECFF-6324-4485-A8A0-FABB83A74E0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30D3002-72FC-49B0-8097-4BB2094672D3}" type="presOf" srcId="{4543DDD5-2327-49FE-B507-F669E958086A}" destId="{F4EB4D8E-FF65-42BC-9A6C-5EF0F1C5C5E5}" srcOrd="0" destOrd="0" presId="urn:microsoft.com/office/officeart/2018/2/layout/IconVerticalSolidList"/>
    <dgm:cxn modelId="{8A38AD1C-9D6A-47E4-A48F-D1473121BB43}" srcId="{4543DDD5-2327-49FE-B507-F669E958086A}" destId="{807375F0-F263-4261-8901-A552AABB25AC}" srcOrd="0" destOrd="0" parTransId="{CC35F105-F842-498C-AB4D-8BB8EDEE6F89}" sibTransId="{E9887BE2-6F18-4EB3-83E6-9A1BD9041F93}"/>
    <dgm:cxn modelId="{1D112B1E-76D5-431D-BB25-4EE35BFBECE4}" srcId="{4543DDD5-2327-49FE-B507-F669E958086A}" destId="{B5F5ECFF-6324-4485-A8A0-FABB83A74E01}" srcOrd="2" destOrd="0" parTransId="{7FACB1B2-5A97-42D8-B9AD-9E24242FF802}" sibTransId="{194A4AAB-B66A-49D2-AC8B-FF0E747BB1D4}"/>
    <dgm:cxn modelId="{46C17520-4D86-4DB4-BD10-2AEB2847A359}" type="presOf" srcId="{B5F5ECFF-6324-4485-A8A0-FABB83A74E01}" destId="{6B2082D9-A6FE-4525-A14A-3D420C034C4A}" srcOrd="0" destOrd="0" presId="urn:microsoft.com/office/officeart/2018/2/layout/IconVerticalSolidList"/>
    <dgm:cxn modelId="{85536B25-9202-409B-AA2A-24C8436B9CE7}" srcId="{4543DDD5-2327-49FE-B507-F669E958086A}" destId="{254586F0-D564-480C-A534-48C44BC4FB33}" srcOrd="1" destOrd="0" parTransId="{4F2EA3EE-B099-499C-8EE7-AAF18137B96F}" sibTransId="{248B50FF-CA0C-436B-9516-77742494D184}"/>
    <dgm:cxn modelId="{F339C392-FDC7-48C8-A830-88355E0B78F4}" type="presOf" srcId="{807375F0-F263-4261-8901-A552AABB25AC}" destId="{DEC3C524-4F44-49E9-9ADB-F7262FD6F1B8}" srcOrd="0" destOrd="0" presId="urn:microsoft.com/office/officeart/2018/2/layout/IconVerticalSolidList"/>
    <dgm:cxn modelId="{D265C8E1-77CF-4338-A8DC-B049B42BBFF9}" type="presOf" srcId="{254586F0-D564-480C-A534-48C44BC4FB33}" destId="{8F2C166C-9452-4FB8-A3BD-7D5F7FD6F0F4}" srcOrd="0" destOrd="0" presId="urn:microsoft.com/office/officeart/2018/2/layout/IconVerticalSolidList"/>
    <dgm:cxn modelId="{0DC8AE19-FBE0-4EA1-A773-CB44816AED20}" type="presParOf" srcId="{F4EB4D8E-FF65-42BC-9A6C-5EF0F1C5C5E5}" destId="{1EDEA941-607A-4191-B687-1B9690D075A9}" srcOrd="0" destOrd="0" presId="urn:microsoft.com/office/officeart/2018/2/layout/IconVerticalSolidList"/>
    <dgm:cxn modelId="{A967BB29-2099-47DC-8CDE-097E48D61A4A}" type="presParOf" srcId="{1EDEA941-607A-4191-B687-1B9690D075A9}" destId="{06A4C2C1-EBA2-4C60-A7FC-8DE4E641698F}" srcOrd="0" destOrd="0" presId="urn:microsoft.com/office/officeart/2018/2/layout/IconVerticalSolidList"/>
    <dgm:cxn modelId="{2D09F774-2C6E-4E17-AB96-9C99B24DFFF6}" type="presParOf" srcId="{1EDEA941-607A-4191-B687-1B9690D075A9}" destId="{5B071A06-AB91-4E08-B9AA-BEC743A7C153}" srcOrd="1" destOrd="0" presId="urn:microsoft.com/office/officeart/2018/2/layout/IconVerticalSolidList"/>
    <dgm:cxn modelId="{EFBFCF38-84C8-4B5F-A03B-2277B6FF85CC}" type="presParOf" srcId="{1EDEA941-607A-4191-B687-1B9690D075A9}" destId="{4A436634-E70D-45B9-942B-29ADF6850791}" srcOrd="2" destOrd="0" presId="urn:microsoft.com/office/officeart/2018/2/layout/IconVerticalSolidList"/>
    <dgm:cxn modelId="{CB8DFA4E-67C7-4E4D-ADA2-41318CBAC581}" type="presParOf" srcId="{1EDEA941-607A-4191-B687-1B9690D075A9}" destId="{DEC3C524-4F44-49E9-9ADB-F7262FD6F1B8}" srcOrd="3" destOrd="0" presId="urn:microsoft.com/office/officeart/2018/2/layout/IconVerticalSolidList"/>
    <dgm:cxn modelId="{774D27FB-4CA1-42E5-87DF-DE8C44E5AEF0}" type="presParOf" srcId="{F4EB4D8E-FF65-42BC-9A6C-5EF0F1C5C5E5}" destId="{A969BD5B-B7A3-4CBC-8770-FC97F5CB047C}" srcOrd="1" destOrd="0" presId="urn:microsoft.com/office/officeart/2018/2/layout/IconVerticalSolidList"/>
    <dgm:cxn modelId="{9A9C08FE-4CDA-4957-9AB2-9366BA99B4DE}" type="presParOf" srcId="{F4EB4D8E-FF65-42BC-9A6C-5EF0F1C5C5E5}" destId="{31B25FBE-F4F5-4184-A293-714CF0B0030A}" srcOrd="2" destOrd="0" presId="urn:microsoft.com/office/officeart/2018/2/layout/IconVerticalSolidList"/>
    <dgm:cxn modelId="{EA846BF9-DD59-49B7-9D19-5717311627A8}" type="presParOf" srcId="{31B25FBE-F4F5-4184-A293-714CF0B0030A}" destId="{45CFB8A7-D9D8-4929-8D0F-5437EA2F2462}" srcOrd="0" destOrd="0" presId="urn:microsoft.com/office/officeart/2018/2/layout/IconVerticalSolidList"/>
    <dgm:cxn modelId="{B78B560B-0A60-40BB-9A75-B976A89E5B65}" type="presParOf" srcId="{31B25FBE-F4F5-4184-A293-714CF0B0030A}" destId="{E490D27F-253D-4116-A0E6-715B1A08D137}" srcOrd="1" destOrd="0" presId="urn:microsoft.com/office/officeart/2018/2/layout/IconVerticalSolidList"/>
    <dgm:cxn modelId="{45516C47-C73F-4FE5-9F13-542D0BF4325F}" type="presParOf" srcId="{31B25FBE-F4F5-4184-A293-714CF0B0030A}" destId="{BDA81A06-FB39-451B-A11A-D7BC5776E19A}" srcOrd="2" destOrd="0" presId="urn:microsoft.com/office/officeart/2018/2/layout/IconVerticalSolidList"/>
    <dgm:cxn modelId="{37DDF8E0-19C8-46BC-BD62-AEF1D9D5AE25}" type="presParOf" srcId="{31B25FBE-F4F5-4184-A293-714CF0B0030A}" destId="{8F2C166C-9452-4FB8-A3BD-7D5F7FD6F0F4}" srcOrd="3" destOrd="0" presId="urn:microsoft.com/office/officeart/2018/2/layout/IconVerticalSolidList"/>
    <dgm:cxn modelId="{706096BA-427E-4C5F-A4EF-4AA4631FC4FE}" type="presParOf" srcId="{F4EB4D8E-FF65-42BC-9A6C-5EF0F1C5C5E5}" destId="{68DBB79C-83F9-4990-A6E4-5D2493E6B412}" srcOrd="3" destOrd="0" presId="urn:microsoft.com/office/officeart/2018/2/layout/IconVerticalSolidList"/>
    <dgm:cxn modelId="{3F5FE2BB-F0C4-438A-AE5F-827130D18C07}" type="presParOf" srcId="{F4EB4D8E-FF65-42BC-9A6C-5EF0F1C5C5E5}" destId="{594BB5F4-A1B8-45C5-BFF2-8469BF0369FB}" srcOrd="4" destOrd="0" presId="urn:microsoft.com/office/officeart/2018/2/layout/IconVerticalSolidList"/>
    <dgm:cxn modelId="{7511DC9D-EAC3-4682-B625-B9E3FA50544B}" type="presParOf" srcId="{594BB5F4-A1B8-45C5-BFF2-8469BF0369FB}" destId="{02D4544E-1C6E-4D03-83AC-3827C94C92E8}" srcOrd="0" destOrd="0" presId="urn:microsoft.com/office/officeart/2018/2/layout/IconVerticalSolidList"/>
    <dgm:cxn modelId="{59DE65D0-2621-4B8B-9933-603DF6765D54}" type="presParOf" srcId="{594BB5F4-A1B8-45C5-BFF2-8469BF0369FB}" destId="{6C2BBF84-B047-4CDB-913E-210342FE43F1}" srcOrd="1" destOrd="0" presId="urn:microsoft.com/office/officeart/2018/2/layout/IconVerticalSolidList"/>
    <dgm:cxn modelId="{551464FA-5985-4892-AAA2-32757191BDDB}" type="presParOf" srcId="{594BB5F4-A1B8-45C5-BFF2-8469BF0369FB}" destId="{1F847266-2456-4E51-9271-7424903E721F}" srcOrd="2" destOrd="0" presId="urn:microsoft.com/office/officeart/2018/2/layout/IconVerticalSolidList"/>
    <dgm:cxn modelId="{F353057F-88AF-4014-AA22-87BFF8705B52}" type="presParOf" srcId="{594BB5F4-A1B8-45C5-BFF2-8469BF0369FB}" destId="{6B2082D9-A6FE-4525-A14A-3D420C034C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5A367F-954E-4AEF-A789-D920DEDFEC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CE60E6-2E82-48D4-B519-AAF5CE12DBEB}">
      <dgm:prSet/>
      <dgm:spPr/>
      <dgm:t>
        <a:bodyPr/>
        <a:lstStyle/>
        <a:p>
          <a:r>
            <a:rPr lang="en-US"/>
            <a:t>Add more first-aid scenarios (bleeding, choking, burns, etc.)</a:t>
          </a:r>
        </a:p>
      </dgm:t>
    </dgm:pt>
    <dgm:pt modelId="{C4C9367E-B2AC-41FA-97CE-F84AEDFA6C1E}" type="parTrans" cxnId="{16A079FB-3EED-4B62-861B-71C08FB7B7F4}">
      <dgm:prSet/>
      <dgm:spPr/>
      <dgm:t>
        <a:bodyPr/>
        <a:lstStyle/>
        <a:p>
          <a:endParaRPr lang="en-US"/>
        </a:p>
      </dgm:t>
    </dgm:pt>
    <dgm:pt modelId="{D2C92D9D-6C8D-4DA4-A8EE-6CDB76189482}" type="sibTrans" cxnId="{16A079FB-3EED-4B62-861B-71C08FB7B7F4}">
      <dgm:prSet/>
      <dgm:spPr/>
      <dgm:t>
        <a:bodyPr/>
        <a:lstStyle/>
        <a:p>
          <a:endParaRPr lang="en-US"/>
        </a:p>
      </dgm:t>
    </dgm:pt>
    <dgm:pt modelId="{FF93ECA2-20FA-44A4-9539-EAD3F0E050E8}">
      <dgm:prSet/>
      <dgm:spPr/>
      <dgm:t>
        <a:bodyPr/>
        <a:lstStyle/>
        <a:p>
          <a:r>
            <a:rPr lang="en-US"/>
            <a:t>Improve interaction quality and feedback detail</a:t>
          </a:r>
        </a:p>
      </dgm:t>
    </dgm:pt>
    <dgm:pt modelId="{062FEF8F-B672-4D4E-B1F3-15826D2EB4E1}" type="parTrans" cxnId="{35825078-5DC0-4067-B634-BD067C8A8A47}">
      <dgm:prSet/>
      <dgm:spPr/>
      <dgm:t>
        <a:bodyPr/>
        <a:lstStyle/>
        <a:p>
          <a:endParaRPr lang="en-US"/>
        </a:p>
      </dgm:t>
    </dgm:pt>
    <dgm:pt modelId="{C7A81724-68A6-4F21-A46B-E9D4FC7E119E}" type="sibTrans" cxnId="{35825078-5DC0-4067-B634-BD067C8A8A47}">
      <dgm:prSet/>
      <dgm:spPr/>
      <dgm:t>
        <a:bodyPr/>
        <a:lstStyle/>
        <a:p>
          <a:endParaRPr lang="en-US"/>
        </a:p>
      </dgm:t>
    </dgm:pt>
    <dgm:pt modelId="{1D1BBFB3-E72F-41DA-8A51-9CA06266F1EF}">
      <dgm:prSet/>
      <dgm:spPr/>
      <dgm:t>
        <a:bodyPr/>
        <a:lstStyle/>
        <a:p>
          <a:r>
            <a:rPr lang="en-US"/>
            <a:t>Explore WebXR / web-based VR for easier access</a:t>
          </a:r>
        </a:p>
      </dgm:t>
    </dgm:pt>
    <dgm:pt modelId="{CD2BEDB3-89CF-46EE-901D-FF7FEA3F206D}" type="parTrans" cxnId="{375A2515-D794-46A2-B5FE-E92A26822F1D}">
      <dgm:prSet/>
      <dgm:spPr/>
      <dgm:t>
        <a:bodyPr/>
        <a:lstStyle/>
        <a:p>
          <a:endParaRPr lang="en-US"/>
        </a:p>
      </dgm:t>
    </dgm:pt>
    <dgm:pt modelId="{255B466A-8A68-4780-A3FF-67214B4048A8}" type="sibTrans" cxnId="{375A2515-D794-46A2-B5FE-E92A26822F1D}">
      <dgm:prSet/>
      <dgm:spPr/>
      <dgm:t>
        <a:bodyPr/>
        <a:lstStyle/>
        <a:p>
          <a:endParaRPr lang="en-US"/>
        </a:p>
      </dgm:t>
    </dgm:pt>
    <dgm:pt modelId="{73403A58-CFB6-40EC-A6E9-977831919708}">
      <dgm:prSet/>
      <dgm:spPr/>
      <dgm:t>
        <a:bodyPr/>
        <a:lstStyle/>
        <a:p>
          <a:r>
            <a:rPr lang="en-US"/>
            <a:t>Establish a complete data analysis</a:t>
          </a:r>
        </a:p>
      </dgm:t>
    </dgm:pt>
    <dgm:pt modelId="{1990F456-4786-4F17-B738-C111A4E25D0B}" type="parTrans" cxnId="{1C3D8BF7-298A-42D5-B0BE-C36513E0C0D3}">
      <dgm:prSet/>
      <dgm:spPr/>
      <dgm:t>
        <a:bodyPr/>
        <a:lstStyle/>
        <a:p>
          <a:endParaRPr lang="en-US"/>
        </a:p>
      </dgm:t>
    </dgm:pt>
    <dgm:pt modelId="{59ABC234-C11B-4AAC-9608-0CBC88886A52}" type="sibTrans" cxnId="{1C3D8BF7-298A-42D5-B0BE-C36513E0C0D3}">
      <dgm:prSet/>
      <dgm:spPr/>
      <dgm:t>
        <a:bodyPr/>
        <a:lstStyle/>
        <a:p>
          <a:endParaRPr lang="en-US"/>
        </a:p>
      </dgm:t>
    </dgm:pt>
    <dgm:pt modelId="{A4D24427-6A9F-4331-A42D-522196F27BC6}" type="pres">
      <dgm:prSet presAssocID="{9A5A367F-954E-4AEF-A789-D920DEDFECE0}" presName="root" presStyleCnt="0">
        <dgm:presLayoutVars>
          <dgm:dir/>
          <dgm:resizeHandles val="exact"/>
        </dgm:presLayoutVars>
      </dgm:prSet>
      <dgm:spPr/>
    </dgm:pt>
    <dgm:pt modelId="{896C393C-57F0-4A9E-B717-BEDF9B7AD457}" type="pres">
      <dgm:prSet presAssocID="{F9CE60E6-2E82-48D4-B519-AAF5CE12DBEB}" presName="compNode" presStyleCnt="0"/>
      <dgm:spPr/>
    </dgm:pt>
    <dgm:pt modelId="{A9E0DD01-323A-40F3-8764-C4E689901F93}" type="pres">
      <dgm:prSet presAssocID="{F9CE60E6-2E82-48D4-B519-AAF5CE12DB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4FDEE1BC-C783-4BB2-BCDE-DD6C46C469D6}" type="pres">
      <dgm:prSet presAssocID="{F9CE60E6-2E82-48D4-B519-AAF5CE12DBEB}" presName="spaceRect" presStyleCnt="0"/>
      <dgm:spPr/>
    </dgm:pt>
    <dgm:pt modelId="{7B4F8FAC-EE9F-4B2E-ADA4-DE867754DBED}" type="pres">
      <dgm:prSet presAssocID="{F9CE60E6-2E82-48D4-B519-AAF5CE12DBEB}" presName="textRect" presStyleLbl="revTx" presStyleIdx="0" presStyleCnt="4">
        <dgm:presLayoutVars>
          <dgm:chMax val="1"/>
          <dgm:chPref val="1"/>
        </dgm:presLayoutVars>
      </dgm:prSet>
      <dgm:spPr/>
    </dgm:pt>
    <dgm:pt modelId="{E4622B2C-5C6F-477E-A002-F040ABCA3269}" type="pres">
      <dgm:prSet presAssocID="{D2C92D9D-6C8D-4DA4-A8EE-6CDB76189482}" presName="sibTrans" presStyleCnt="0"/>
      <dgm:spPr/>
    </dgm:pt>
    <dgm:pt modelId="{3C431704-FDB7-40D8-8739-F4B6F11FE0B8}" type="pres">
      <dgm:prSet presAssocID="{FF93ECA2-20FA-44A4-9539-EAD3F0E050E8}" presName="compNode" presStyleCnt="0"/>
      <dgm:spPr/>
    </dgm:pt>
    <dgm:pt modelId="{ABBD342E-0F91-4216-AE6E-6522DB147E28}" type="pres">
      <dgm:prSet presAssocID="{FF93ECA2-20FA-44A4-9539-EAD3F0E050E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9E9AB6-0241-426F-8248-20159466EE9D}" type="pres">
      <dgm:prSet presAssocID="{FF93ECA2-20FA-44A4-9539-EAD3F0E050E8}" presName="spaceRect" presStyleCnt="0"/>
      <dgm:spPr/>
    </dgm:pt>
    <dgm:pt modelId="{DC8F5818-8996-4B92-B584-40DCAFD22DDF}" type="pres">
      <dgm:prSet presAssocID="{FF93ECA2-20FA-44A4-9539-EAD3F0E050E8}" presName="textRect" presStyleLbl="revTx" presStyleIdx="1" presStyleCnt="4">
        <dgm:presLayoutVars>
          <dgm:chMax val="1"/>
          <dgm:chPref val="1"/>
        </dgm:presLayoutVars>
      </dgm:prSet>
      <dgm:spPr/>
    </dgm:pt>
    <dgm:pt modelId="{1CE25A4A-99EA-42CD-A514-39EB72EC5B84}" type="pres">
      <dgm:prSet presAssocID="{C7A81724-68A6-4F21-A46B-E9D4FC7E119E}" presName="sibTrans" presStyleCnt="0"/>
      <dgm:spPr/>
    </dgm:pt>
    <dgm:pt modelId="{85F21AEC-4D4F-4310-A084-5254B1A24B27}" type="pres">
      <dgm:prSet presAssocID="{1D1BBFB3-E72F-41DA-8A51-9CA06266F1EF}" presName="compNode" presStyleCnt="0"/>
      <dgm:spPr/>
    </dgm:pt>
    <dgm:pt modelId="{503D2447-F18C-44E9-A4FC-D8517D59E202}" type="pres">
      <dgm:prSet presAssocID="{1D1BBFB3-E72F-41DA-8A51-9CA06266F1E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1813D72D-156A-4234-82B7-E4B64A9182DF}" type="pres">
      <dgm:prSet presAssocID="{1D1BBFB3-E72F-41DA-8A51-9CA06266F1EF}" presName="spaceRect" presStyleCnt="0"/>
      <dgm:spPr/>
    </dgm:pt>
    <dgm:pt modelId="{855E2A07-13C2-4763-8467-EF4C51FDA365}" type="pres">
      <dgm:prSet presAssocID="{1D1BBFB3-E72F-41DA-8A51-9CA06266F1EF}" presName="textRect" presStyleLbl="revTx" presStyleIdx="2" presStyleCnt="4">
        <dgm:presLayoutVars>
          <dgm:chMax val="1"/>
          <dgm:chPref val="1"/>
        </dgm:presLayoutVars>
      </dgm:prSet>
      <dgm:spPr/>
    </dgm:pt>
    <dgm:pt modelId="{E55AFEC3-8434-4A5E-A6E5-A11F08D29B03}" type="pres">
      <dgm:prSet presAssocID="{255B466A-8A68-4780-A3FF-67214B4048A8}" presName="sibTrans" presStyleCnt="0"/>
      <dgm:spPr/>
    </dgm:pt>
    <dgm:pt modelId="{B8CEFEF6-84BD-4B5E-A59B-7A09B59240DE}" type="pres">
      <dgm:prSet presAssocID="{73403A58-CFB6-40EC-A6E9-977831919708}" presName="compNode" presStyleCnt="0"/>
      <dgm:spPr/>
    </dgm:pt>
    <dgm:pt modelId="{21AC9982-8EE0-43F1-85F6-5BC22592CB71}" type="pres">
      <dgm:prSet presAssocID="{73403A58-CFB6-40EC-A6E9-97783191970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5BF643A-98B2-4A79-8DA1-ABC1C1CEBF77}" type="pres">
      <dgm:prSet presAssocID="{73403A58-CFB6-40EC-A6E9-977831919708}" presName="spaceRect" presStyleCnt="0"/>
      <dgm:spPr/>
    </dgm:pt>
    <dgm:pt modelId="{80CEA9FA-88A8-4FE9-B397-A0C858879AFD}" type="pres">
      <dgm:prSet presAssocID="{73403A58-CFB6-40EC-A6E9-97783191970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75A2515-D794-46A2-B5FE-E92A26822F1D}" srcId="{9A5A367F-954E-4AEF-A789-D920DEDFECE0}" destId="{1D1BBFB3-E72F-41DA-8A51-9CA06266F1EF}" srcOrd="2" destOrd="0" parTransId="{CD2BEDB3-89CF-46EE-901D-FF7FEA3F206D}" sibTransId="{255B466A-8A68-4780-A3FF-67214B4048A8}"/>
    <dgm:cxn modelId="{6A9AC967-F6B9-445C-99B8-5010AD048344}" type="presOf" srcId="{1D1BBFB3-E72F-41DA-8A51-9CA06266F1EF}" destId="{855E2A07-13C2-4763-8467-EF4C51FDA365}" srcOrd="0" destOrd="0" presId="urn:microsoft.com/office/officeart/2018/2/layout/IconLabelList"/>
    <dgm:cxn modelId="{35825078-5DC0-4067-B634-BD067C8A8A47}" srcId="{9A5A367F-954E-4AEF-A789-D920DEDFECE0}" destId="{FF93ECA2-20FA-44A4-9539-EAD3F0E050E8}" srcOrd="1" destOrd="0" parTransId="{062FEF8F-B672-4D4E-B1F3-15826D2EB4E1}" sibTransId="{C7A81724-68A6-4F21-A46B-E9D4FC7E119E}"/>
    <dgm:cxn modelId="{6A64D878-F5D2-4239-9DFF-703B8219D3DA}" type="presOf" srcId="{73403A58-CFB6-40EC-A6E9-977831919708}" destId="{80CEA9FA-88A8-4FE9-B397-A0C858879AFD}" srcOrd="0" destOrd="0" presId="urn:microsoft.com/office/officeart/2018/2/layout/IconLabelList"/>
    <dgm:cxn modelId="{4F2C9E87-9EC6-4F95-85C2-B5B1880650E1}" type="presOf" srcId="{9A5A367F-954E-4AEF-A789-D920DEDFECE0}" destId="{A4D24427-6A9F-4331-A42D-522196F27BC6}" srcOrd="0" destOrd="0" presId="urn:microsoft.com/office/officeart/2018/2/layout/IconLabelList"/>
    <dgm:cxn modelId="{A04B55ED-615E-4A30-BDD8-37EEA164B3CD}" type="presOf" srcId="{F9CE60E6-2E82-48D4-B519-AAF5CE12DBEB}" destId="{7B4F8FAC-EE9F-4B2E-ADA4-DE867754DBED}" srcOrd="0" destOrd="0" presId="urn:microsoft.com/office/officeart/2018/2/layout/IconLabelList"/>
    <dgm:cxn modelId="{B0E980F6-BC7E-421E-9138-743F858BF4E0}" type="presOf" srcId="{FF93ECA2-20FA-44A4-9539-EAD3F0E050E8}" destId="{DC8F5818-8996-4B92-B584-40DCAFD22DDF}" srcOrd="0" destOrd="0" presId="urn:microsoft.com/office/officeart/2018/2/layout/IconLabelList"/>
    <dgm:cxn modelId="{1C3D8BF7-298A-42D5-B0BE-C36513E0C0D3}" srcId="{9A5A367F-954E-4AEF-A789-D920DEDFECE0}" destId="{73403A58-CFB6-40EC-A6E9-977831919708}" srcOrd="3" destOrd="0" parTransId="{1990F456-4786-4F17-B738-C111A4E25D0B}" sibTransId="{59ABC234-C11B-4AAC-9608-0CBC88886A52}"/>
    <dgm:cxn modelId="{16A079FB-3EED-4B62-861B-71C08FB7B7F4}" srcId="{9A5A367F-954E-4AEF-A789-D920DEDFECE0}" destId="{F9CE60E6-2E82-48D4-B519-AAF5CE12DBEB}" srcOrd="0" destOrd="0" parTransId="{C4C9367E-B2AC-41FA-97CE-F84AEDFA6C1E}" sibTransId="{D2C92D9D-6C8D-4DA4-A8EE-6CDB76189482}"/>
    <dgm:cxn modelId="{71B54A89-0D78-4073-8EF2-3C566A085F05}" type="presParOf" srcId="{A4D24427-6A9F-4331-A42D-522196F27BC6}" destId="{896C393C-57F0-4A9E-B717-BEDF9B7AD457}" srcOrd="0" destOrd="0" presId="urn:microsoft.com/office/officeart/2018/2/layout/IconLabelList"/>
    <dgm:cxn modelId="{5C4C5AD3-0F60-4AA4-84C0-329C010B9200}" type="presParOf" srcId="{896C393C-57F0-4A9E-B717-BEDF9B7AD457}" destId="{A9E0DD01-323A-40F3-8764-C4E689901F93}" srcOrd="0" destOrd="0" presId="urn:microsoft.com/office/officeart/2018/2/layout/IconLabelList"/>
    <dgm:cxn modelId="{2DF5AA9A-7FF6-469C-A79F-4E6CE88A21D8}" type="presParOf" srcId="{896C393C-57F0-4A9E-B717-BEDF9B7AD457}" destId="{4FDEE1BC-C783-4BB2-BCDE-DD6C46C469D6}" srcOrd="1" destOrd="0" presId="urn:microsoft.com/office/officeart/2018/2/layout/IconLabelList"/>
    <dgm:cxn modelId="{17DEBC05-DB5A-4E71-83F6-4C683E20023C}" type="presParOf" srcId="{896C393C-57F0-4A9E-B717-BEDF9B7AD457}" destId="{7B4F8FAC-EE9F-4B2E-ADA4-DE867754DBED}" srcOrd="2" destOrd="0" presId="urn:microsoft.com/office/officeart/2018/2/layout/IconLabelList"/>
    <dgm:cxn modelId="{D62495DA-015D-465A-9A56-146FC53D580E}" type="presParOf" srcId="{A4D24427-6A9F-4331-A42D-522196F27BC6}" destId="{E4622B2C-5C6F-477E-A002-F040ABCA3269}" srcOrd="1" destOrd="0" presId="urn:microsoft.com/office/officeart/2018/2/layout/IconLabelList"/>
    <dgm:cxn modelId="{53A431E8-936E-42F5-9403-F7BA0E2523D5}" type="presParOf" srcId="{A4D24427-6A9F-4331-A42D-522196F27BC6}" destId="{3C431704-FDB7-40D8-8739-F4B6F11FE0B8}" srcOrd="2" destOrd="0" presId="urn:microsoft.com/office/officeart/2018/2/layout/IconLabelList"/>
    <dgm:cxn modelId="{8D0F6980-DE54-4720-9839-9C5FF2BF6155}" type="presParOf" srcId="{3C431704-FDB7-40D8-8739-F4B6F11FE0B8}" destId="{ABBD342E-0F91-4216-AE6E-6522DB147E28}" srcOrd="0" destOrd="0" presId="urn:microsoft.com/office/officeart/2018/2/layout/IconLabelList"/>
    <dgm:cxn modelId="{7F7E8C73-AC62-4A8B-9806-28A79731B5A4}" type="presParOf" srcId="{3C431704-FDB7-40D8-8739-F4B6F11FE0B8}" destId="{CD9E9AB6-0241-426F-8248-20159466EE9D}" srcOrd="1" destOrd="0" presId="urn:microsoft.com/office/officeart/2018/2/layout/IconLabelList"/>
    <dgm:cxn modelId="{E4D494C3-7601-4839-851D-9636E5336A5A}" type="presParOf" srcId="{3C431704-FDB7-40D8-8739-F4B6F11FE0B8}" destId="{DC8F5818-8996-4B92-B584-40DCAFD22DDF}" srcOrd="2" destOrd="0" presId="urn:microsoft.com/office/officeart/2018/2/layout/IconLabelList"/>
    <dgm:cxn modelId="{12ACB564-4D97-4FB3-9A2F-565CE04CB6A9}" type="presParOf" srcId="{A4D24427-6A9F-4331-A42D-522196F27BC6}" destId="{1CE25A4A-99EA-42CD-A514-39EB72EC5B84}" srcOrd="3" destOrd="0" presId="urn:microsoft.com/office/officeart/2018/2/layout/IconLabelList"/>
    <dgm:cxn modelId="{B92A482D-F7B3-4D08-919C-19A825BB7DAD}" type="presParOf" srcId="{A4D24427-6A9F-4331-A42D-522196F27BC6}" destId="{85F21AEC-4D4F-4310-A084-5254B1A24B27}" srcOrd="4" destOrd="0" presId="urn:microsoft.com/office/officeart/2018/2/layout/IconLabelList"/>
    <dgm:cxn modelId="{B0A8BA4B-D423-4711-A04B-3766F86AC359}" type="presParOf" srcId="{85F21AEC-4D4F-4310-A084-5254B1A24B27}" destId="{503D2447-F18C-44E9-A4FC-D8517D59E202}" srcOrd="0" destOrd="0" presId="urn:microsoft.com/office/officeart/2018/2/layout/IconLabelList"/>
    <dgm:cxn modelId="{0B15475F-C7B8-4F52-B4AE-5BC1A507CFAB}" type="presParOf" srcId="{85F21AEC-4D4F-4310-A084-5254B1A24B27}" destId="{1813D72D-156A-4234-82B7-E4B64A9182DF}" srcOrd="1" destOrd="0" presId="urn:microsoft.com/office/officeart/2018/2/layout/IconLabelList"/>
    <dgm:cxn modelId="{CEBE6449-EF2C-499D-866A-9116E48130DD}" type="presParOf" srcId="{85F21AEC-4D4F-4310-A084-5254B1A24B27}" destId="{855E2A07-13C2-4763-8467-EF4C51FDA365}" srcOrd="2" destOrd="0" presId="urn:microsoft.com/office/officeart/2018/2/layout/IconLabelList"/>
    <dgm:cxn modelId="{CDFEB570-5310-427E-9CD3-ED099C6F7483}" type="presParOf" srcId="{A4D24427-6A9F-4331-A42D-522196F27BC6}" destId="{E55AFEC3-8434-4A5E-A6E5-A11F08D29B03}" srcOrd="5" destOrd="0" presId="urn:microsoft.com/office/officeart/2018/2/layout/IconLabelList"/>
    <dgm:cxn modelId="{3AF28CA3-C776-4FE7-90B7-C9C94E766D20}" type="presParOf" srcId="{A4D24427-6A9F-4331-A42D-522196F27BC6}" destId="{B8CEFEF6-84BD-4B5E-A59B-7A09B59240DE}" srcOrd="6" destOrd="0" presId="urn:microsoft.com/office/officeart/2018/2/layout/IconLabelList"/>
    <dgm:cxn modelId="{2A6C8687-30DE-4D8D-A827-7C4C3ACFFD7F}" type="presParOf" srcId="{B8CEFEF6-84BD-4B5E-A59B-7A09B59240DE}" destId="{21AC9982-8EE0-43F1-85F6-5BC22592CB71}" srcOrd="0" destOrd="0" presId="urn:microsoft.com/office/officeart/2018/2/layout/IconLabelList"/>
    <dgm:cxn modelId="{2396871B-E01A-45C2-8B8D-E62C9D6FAFAE}" type="presParOf" srcId="{B8CEFEF6-84BD-4B5E-A59B-7A09B59240DE}" destId="{95BF643A-98B2-4A79-8DA1-ABC1C1CEBF77}" srcOrd="1" destOrd="0" presId="urn:microsoft.com/office/officeart/2018/2/layout/IconLabelList"/>
    <dgm:cxn modelId="{9704A099-DB5B-4E21-AD74-BDBD08C41F1E}" type="presParOf" srcId="{B8CEFEF6-84BD-4B5E-A59B-7A09B59240DE}" destId="{80CEA9FA-88A8-4FE9-B397-A0C858879A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559E08-243C-4358-AE8B-E359CA54F79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B31E158-AF08-4D15-83AF-B30A262A3162}">
      <dgm:prSet/>
      <dgm:spPr/>
      <dgm:t>
        <a:bodyPr/>
        <a:lstStyle/>
        <a:p>
          <a:pPr>
            <a:defRPr cap="all"/>
          </a:pPr>
          <a:r>
            <a:rPr lang="en-US"/>
            <a:t>Run small user studies (usability &amp; confidence)</a:t>
          </a:r>
        </a:p>
      </dgm:t>
    </dgm:pt>
    <dgm:pt modelId="{32DDA578-FBAD-4CE0-AD0A-F2D319CC03C3}" type="parTrans" cxnId="{E3F97E40-1FA5-4DC6-8F2E-7F60DB019A25}">
      <dgm:prSet/>
      <dgm:spPr/>
      <dgm:t>
        <a:bodyPr/>
        <a:lstStyle/>
        <a:p>
          <a:endParaRPr lang="en-US"/>
        </a:p>
      </dgm:t>
    </dgm:pt>
    <dgm:pt modelId="{3E0E53FE-58D8-4599-8EC1-CD624B7B4E84}" type="sibTrans" cxnId="{E3F97E40-1FA5-4DC6-8F2E-7F60DB019A25}">
      <dgm:prSet/>
      <dgm:spPr/>
      <dgm:t>
        <a:bodyPr/>
        <a:lstStyle/>
        <a:p>
          <a:endParaRPr lang="en-US"/>
        </a:p>
      </dgm:t>
    </dgm:pt>
    <dgm:pt modelId="{A6ECD6E2-B43A-4907-B92F-E18539524DD4}">
      <dgm:prSet/>
      <dgm:spPr/>
      <dgm:t>
        <a:bodyPr/>
        <a:lstStyle/>
        <a:p>
          <a:pPr>
            <a:defRPr cap="all"/>
          </a:pPr>
          <a:r>
            <a:rPr lang="en-US"/>
            <a:t>Compare VR practice with traditional first-aid teaching</a:t>
          </a:r>
        </a:p>
      </dgm:t>
    </dgm:pt>
    <dgm:pt modelId="{09CEDDA4-480A-4313-862E-063369B4D07C}" type="parTrans" cxnId="{CCFFF968-258B-4B8A-9169-A0EBF555EA2F}">
      <dgm:prSet/>
      <dgm:spPr/>
      <dgm:t>
        <a:bodyPr/>
        <a:lstStyle/>
        <a:p>
          <a:endParaRPr lang="en-US"/>
        </a:p>
      </dgm:t>
    </dgm:pt>
    <dgm:pt modelId="{9F11D923-7F2D-4675-B1E5-DE97B25FEC18}" type="sibTrans" cxnId="{CCFFF968-258B-4B8A-9169-A0EBF555EA2F}">
      <dgm:prSet/>
      <dgm:spPr/>
      <dgm:t>
        <a:bodyPr/>
        <a:lstStyle/>
        <a:p>
          <a:endParaRPr lang="en-US"/>
        </a:p>
      </dgm:t>
    </dgm:pt>
    <dgm:pt modelId="{8A7D29B2-2488-4BD7-A080-F350D9850EB2}">
      <dgm:prSet/>
      <dgm:spPr/>
      <dgm:t>
        <a:bodyPr/>
        <a:lstStyle/>
        <a:p>
          <a:pPr>
            <a:defRPr cap="all"/>
          </a:pPr>
          <a:r>
            <a:rPr lang="en-US"/>
            <a:t>Work with first-aid instructors and integrate into real courses</a:t>
          </a:r>
        </a:p>
      </dgm:t>
    </dgm:pt>
    <dgm:pt modelId="{5287F585-7DB6-4FCD-867A-92E89E993E35}" type="parTrans" cxnId="{6950325C-4537-4FD1-A7ED-0335FE3D7EA9}">
      <dgm:prSet/>
      <dgm:spPr/>
      <dgm:t>
        <a:bodyPr/>
        <a:lstStyle/>
        <a:p>
          <a:endParaRPr lang="en-US"/>
        </a:p>
      </dgm:t>
    </dgm:pt>
    <dgm:pt modelId="{C7E7706F-4DCB-4713-A8FB-9462FF20F601}" type="sibTrans" cxnId="{6950325C-4537-4FD1-A7ED-0335FE3D7EA9}">
      <dgm:prSet/>
      <dgm:spPr/>
      <dgm:t>
        <a:bodyPr/>
        <a:lstStyle/>
        <a:p>
          <a:endParaRPr lang="en-US"/>
        </a:p>
      </dgm:t>
    </dgm:pt>
    <dgm:pt modelId="{69D040E5-F8B5-4024-8C7D-BCF8D6B37C20}" type="pres">
      <dgm:prSet presAssocID="{1D559E08-243C-4358-AE8B-E359CA54F799}" presName="root" presStyleCnt="0">
        <dgm:presLayoutVars>
          <dgm:dir/>
          <dgm:resizeHandles val="exact"/>
        </dgm:presLayoutVars>
      </dgm:prSet>
      <dgm:spPr/>
    </dgm:pt>
    <dgm:pt modelId="{91143441-C7DE-4DC0-B7E5-53872BB8136C}" type="pres">
      <dgm:prSet presAssocID="{2B31E158-AF08-4D15-83AF-B30A262A3162}" presName="compNode" presStyleCnt="0"/>
      <dgm:spPr/>
    </dgm:pt>
    <dgm:pt modelId="{978EE17B-3C42-4CB7-BE15-B194FC00D956}" type="pres">
      <dgm:prSet presAssocID="{2B31E158-AF08-4D15-83AF-B30A262A3162}" presName="iconBgRect" presStyleLbl="bgShp" presStyleIdx="0" presStyleCnt="3"/>
      <dgm:spPr/>
    </dgm:pt>
    <dgm:pt modelId="{7E506904-3728-4B82-82D0-4A3871089C02}" type="pres">
      <dgm:prSet presAssocID="{2B31E158-AF08-4D15-83AF-B30A262A31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FFE4F314-EE1A-4EB8-8CA3-B008304B31DB}" type="pres">
      <dgm:prSet presAssocID="{2B31E158-AF08-4D15-83AF-B30A262A3162}" presName="spaceRect" presStyleCnt="0"/>
      <dgm:spPr/>
    </dgm:pt>
    <dgm:pt modelId="{77BE2019-C309-4F59-94A4-1459B5976DEB}" type="pres">
      <dgm:prSet presAssocID="{2B31E158-AF08-4D15-83AF-B30A262A3162}" presName="textRect" presStyleLbl="revTx" presStyleIdx="0" presStyleCnt="3">
        <dgm:presLayoutVars>
          <dgm:chMax val="1"/>
          <dgm:chPref val="1"/>
        </dgm:presLayoutVars>
      </dgm:prSet>
      <dgm:spPr/>
    </dgm:pt>
    <dgm:pt modelId="{8BFEBCF0-64C8-49CA-BC41-EDD33F7C8018}" type="pres">
      <dgm:prSet presAssocID="{3E0E53FE-58D8-4599-8EC1-CD624B7B4E84}" presName="sibTrans" presStyleCnt="0"/>
      <dgm:spPr/>
    </dgm:pt>
    <dgm:pt modelId="{AEEC4B61-BE4B-45F2-8CD1-C2AA83686A7B}" type="pres">
      <dgm:prSet presAssocID="{A6ECD6E2-B43A-4907-B92F-E18539524DD4}" presName="compNode" presStyleCnt="0"/>
      <dgm:spPr/>
    </dgm:pt>
    <dgm:pt modelId="{2497632A-476E-420B-9E3C-88E7E4ABB3A0}" type="pres">
      <dgm:prSet presAssocID="{A6ECD6E2-B43A-4907-B92F-E18539524DD4}" presName="iconBgRect" presStyleLbl="bgShp" presStyleIdx="1" presStyleCnt="3"/>
      <dgm:spPr/>
    </dgm:pt>
    <dgm:pt modelId="{589BC632-1266-4D5B-864C-02C0961065AC}" type="pres">
      <dgm:prSet presAssocID="{A6ECD6E2-B43A-4907-B92F-E18539524D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F822F708-C797-4D8F-803C-5875BA117133}" type="pres">
      <dgm:prSet presAssocID="{A6ECD6E2-B43A-4907-B92F-E18539524DD4}" presName="spaceRect" presStyleCnt="0"/>
      <dgm:spPr/>
    </dgm:pt>
    <dgm:pt modelId="{19B35F65-9B1C-4B90-A48F-10552DB51852}" type="pres">
      <dgm:prSet presAssocID="{A6ECD6E2-B43A-4907-B92F-E18539524DD4}" presName="textRect" presStyleLbl="revTx" presStyleIdx="1" presStyleCnt="3">
        <dgm:presLayoutVars>
          <dgm:chMax val="1"/>
          <dgm:chPref val="1"/>
        </dgm:presLayoutVars>
      </dgm:prSet>
      <dgm:spPr/>
    </dgm:pt>
    <dgm:pt modelId="{F8715405-0A27-4F74-A755-4C036A9FF848}" type="pres">
      <dgm:prSet presAssocID="{9F11D923-7F2D-4675-B1E5-DE97B25FEC18}" presName="sibTrans" presStyleCnt="0"/>
      <dgm:spPr/>
    </dgm:pt>
    <dgm:pt modelId="{6D3CBFAB-4398-432E-ADF6-22EC737D4620}" type="pres">
      <dgm:prSet presAssocID="{8A7D29B2-2488-4BD7-A080-F350D9850EB2}" presName="compNode" presStyleCnt="0"/>
      <dgm:spPr/>
    </dgm:pt>
    <dgm:pt modelId="{63BD9ED6-2771-4576-B2D8-F2AC2A9599F0}" type="pres">
      <dgm:prSet presAssocID="{8A7D29B2-2488-4BD7-A080-F350D9850EB2}" presName="iconBgRect" presStyleLbl="bgShp" presStyleIdx="2" presStyleCnt="3"/>
      <dgm:spPr/>
    </dgm:pt>
    <dgm:pt modelId="{7DA0369B-C823-47E4-8C4F-059E2D0B16C2}" type="pres">
      <dgm:prSet presAssocID="{8A7D29B2-2488-4BD7-A080-F350D9850EB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D723E2A-FA4D-4C66-BFDC-3780932EEA71}" type="pres">
      <dgm:prSet presAssocID="{8A7D29B2-2488-4BD7-A080-F350D9850EB2}" presName="spaceRect" presStyleCnt="0"/>
      <dgm:spPr/>
    </dgm:pt>
    <dgm:pt modelId="{1C824222-B153-4965-A520-93D13687FBF3}" type="pres">
      <dgm:prSet presAssocID="{8A7D29B2-2488-4BD7-A080-F350D9850EB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5BC6001-E9D4-4FF5-A993-7D8E0B9C5536}" type="presOf" srcId="{8A7D29B2-2488-4BD7-A080-F350D9850EB2}" destId="{1C824222-B153-4965-A520-93D13687FBF3}" srcOrd="0" destOrd="0" presId="urn:microsoft.com/office/officeart/2018/5/layout/IconCircleLabelList"/>
    <dgm:cxn modelId="{16DADB20-7907-4450-A4E1-90E10AC23FD8}" type="presOf" srcId="{2B31E158-AF08-4D15-83AF-B30A262A3162}" destId="{77BE2019-C309-4F59-94A4-1459B5976DEB}" srcOrd="0" destOrd="0" presId="urn:microsoft.com/office/officeart/2018/5/layout/IconCircleLabelList"/>
    <dgm:cxn modelId="{E3F97E40-1FA5-4DC6-8F2E-7F60DB019A25}" srcId="{1D559E08-243C-4358-AE8B-E359CA54F799}" destId="{2B31E158-AF08-4D15-83AF-B30A262A3162}" srcOrd="0" destOrd="0" parTransId="{32DDA578-FBAD-4CE0-AD0A-F2D319CC03C3}" sibTransId="{3E0E53FE-58D8-4599-8EC1-CD624B7B4E84}"/>
    <dgm:cxn modelId="{11516150-92F3-4EDD-B77D-6ED8F67853AD}" type="presOf" srcId="{1D559E08-243C-4358-AE8B-E359CA54F799}" destId="{69D040E5-F8B5-4024-8C7D-BCF8D6B37C20}" srcOrd="0" destOrd="0" presId="urn:microsoft.com/office/officeart/2018/5/layout/IconCircleLabelList"/>
    <dgm:cxn modelId="{6950325C-4537-4FD1-A7ED-0335FE3D7EA9}" srcId="{1D559E08-243C-4358-AE8B-E359CA54F799}" destId="{8A7D29B2-2488-4BD7-A080-F350D9850EB2}" srcOrd="2" destOrd="0" parTransId="{5287F585-7DB6-4FCD-867A-92E89E993E35}" sibTransId="{C7E7706F-4DCB-4713-A8FB-9462FF20F601}"/>
    <dgm:cxn modelId="{CCFFF968-258B-4B8A-9169-A0EBF555EA2F}" srcId="{1D559E08-243C-4358-AE8B-E359CA54F799}" destId="{A6ECD6E2-B43A-4907-B92F-E18539524DD4}" srcOrd="1" destOrd="0" parTransId="{09CEDDA4-480A-4313-862E-063369B4D07C}" sibTransId="{9F11D923-7F2D-4675-B1E5-DE97B25FEC18}"/>
    <dgm:cxn modelId="{627D537E-CFBF-40CC-9ACB-20C3EF2D6E4B}" type="presOf" srcId="{A6ECD6E2-B43A-4907-B92F-E18539524DD4}" destId="{19B35F65-9B1C-4B90-A48F-10552DB51852}" srcOrd="0" destOrd="0" presId="urn:microsoft.com/office/officeart/2018/5/layout/IconCircleLabelList"/>
    <dgm:cxn modelId="{6B929C72-034C-48A3-9B2A-6BA04D3E9429}" type="presParOf" srcId="{69D040E5-F8B5-4024-8C7D-BCF8D6B37C20}" destId="{91143441-C7DE-4DC0-B7E5-53872BB8136C}" srcOrd="0" destOrd="0" presId="urn:microsoft.com/office/officeart/2018/5/layout/IconCircleLabelList"/>
    <dgm:cxn modelId="{A525F5FA-F402-4432-8EAA-B5FDC00A3458}" type="presParOf" srcId="{91143441-C7DE-4DC0-B7E5-53872BB8136C}" destId="{978EE17B-3C42-4CB7-BE15-B194FC00D956}" srcOrd="0" destOrd="0" presId="urn:microsoft.com/office/officeart/2018/5/layout/IconCircleLabelList"/>
    <dgm:cxn modelId="{A513F48D-54BC-478D-AB6F-EDCED7BF42E5}" type="presParOf" srcId="{91143441-C7DE-4DC0-B7E5-53872BB8136C}" destId="{7E506904-3728-4B82-82D0-4A3871089C02}" srcOrd="1" destOrd="0" presId="urn:microsoft.com/office/officeart/2018/5/layout/IconCircleLabelList"/>
    <dgm:cxn modelId="{2520D9F0-7D6D-4B4E-B3ED-44B719B1E2B8}" type="presParOf" srcId="{91143441-C7DE-4DC0-B7E5-53872BB8136C}" destId="{FFE4F314-EE1A-4EB8-8CA3-B008304B31DB}" srcOrd="2" destOrd="0" presId="urn:microsoft.com/office/officeart/2018/5/layout/IconCircleLabelList"/>
    <dgm:cxn modelId="{BD04AF73-DFE1-46B2-A5CB-C8D65684AC9F}" type="presParOf" srcId="{91143441-C7DE-4DC0-B7E5-53872BB8136C}" destId="{77BE2019-C309-4F59-94A4-1459B5976DEB}" srcOrd="3" destOrd="0" presId="urn:microsoft.com/office/officeart/2018/5/layout/IconCircleLabelList"/>
    <dgm:cxn modelId="{632FFE17-88F9-4588-94E9-41ED0A776F23}" type="presParOf" srcId="{69D040E5-F8B5-4024-8C7D-BCF8D6B37C20}" destId="{8BFEBCF0-64C8-49CA-BC41-EDD33F7C8018}" srcOrd="1" destOrd="0" presId="urn:microsoft.com/office/officeart/2018/5/layout/IconCircleLabelList"/>
    <dgm:cxn modelId="{D5F059D2-2512-45AC-B528-2702740D7659}" type="presParOf" srcId="{69D040E5-F8B5-4024-8C7D-BCF8D6B37C20}" destId="{AEEC4B61-BE4B-45F2-8CD1-C2AA83686A7B}" srcOrd="2" destOrd="0" presId="urn:microsoft.com/office/officeart/2018/5/layout/IconCircleLabelList"/>
    <dgm:cxn modelId="{F90F2574-8EB0-41E6-AE88-618BB0ACF12C}" type="presParOf" srcId="{AEEC4B61-BE4B-45F2-8CD1-C2AA83686A7B}" destId="{2497632A-476E-420B-9E3C-88E7E4ABB3A0}" srcOrd="0" destOrd="0" presId="urn:microsoft.com/office/officeart/2018/5/layout/IconCircleLabelList"/>
    <dgm:cxn modelId="{03B8351F-BC40-4CED-B57B-3C88E0B77E68}" type="presParOf" srcId="{AEEC4B61-BE4B-45F2-8CD1-C2AA83686A7B}" destId="{589BC632-1266-4D5B-864C-02C0961065AC}" srcOrd="1" destOrd="0" presId="urn:microsoft.com/office/officeart/2018/5/layout/IconCircleLabelList"/>
    <dgm:cxn modelId="{2A65A841-6574-40E0-A448-CB3DCE9D0E83}" type="presParOf" srcId="{AEEC4B61-BE4B-45F2-8CD1-C2AA83686A7B}" destId="{F822F708-C797-4D8F-803C-5875BA117133}" srcOrd="2" destOrd="0" presId="urn:microsoft.com/office/officeart/2018/5/layout/IconCircleLabelList"/>
    <dgm:cxn modelId="{111402C2-79F1-4F3B-94B5-E6DDE2F8355B}" type="presParOf" srcId="{AEEC4B61-BE4B-45F2-8CD1-C2AA83686A7B}" destId="{19B35F65-9B1C-4B90-A48F-10552DB51852}" srcOrd="3" destOrd="0" presId="urn:microsoft.com/office/officeart/2018/5/layout/IconCircleLabelList"/>
    <dgm:cxn modelId="{AEC733AC-A906-42B6-A188-11AD647DA154}" type="presParOf" srcId="{69D040E5-F8B5-4024-8C7D-BCF8D6B37C20}" destId="{F8715405-0A27-4F74-A755-4C036A9FF848}" srcOrd="3" destOrd="0" presId="urn:microsoft.com/office/officeart/2018/5/layout/IconCircleLabelList"/>
    <dgm:cxn modelId="{ADF15711-E86C-4EB5-AAAD-F9962C658784}" type="presParOf" srcId="{69D040E5-F8B5-4024-8C7D-BCF8D6B37C20}" destId="{6D3CBFAB-4398-432E-ADF6-22EC737D4620}" srcOrd="4" destOrd="0" presId="urn:microsoft.com/office/officeart/2018/5/layout/IconCircleLabelList"/>
    <dgm:cxn modelId="{2E1323CA-A330-479B-BFF7-D3A3605E7E47}" type="presParOf" srcId="{6D3CBFAB-4398-432E-ADF6-22EC737D4620}" destId="{63BD9ED6-2771-4576-B2D8-F2AC2A9599F0}" srcOrd="0" destOrd="0" presId="urn:microsoft.com/office/officeart/2018/5/layout/IconCircleLabelList"/>
    <dgm:cxn modelId="{43DD6271-D625-4739-865B-4DF3DF9E7B79}" type="presParOf" srcId="{6D3CBFAB-4398-432E-ADF6-22EC737D4620}" destId="{7DA0369B-C823-47E4-8C4F-059E2D0B16C2}" srcOrd="1" destOrd="0" presId="urn:microsoft.com/office/officeart/2018/5/layout/IconCircleLabelList"/>
    <dgm:cxn modelId="{95F196B1-187C-445F-9E32-5A1DFF06DB1F}" type="presParOf" srcId="{6D3CBFAB-4398-432E-ADF6-22EC737D4620}" destId="{DD723E2A-FA4D-4C66-BFDC-3780932EEA71}" srcOrd="2" destOrd="0" presId="urn:microsoft.com/office/officeart/2018/5/layout/IconCircleLabelList"/>
    <dgm:cxn modelId="{25442F15-A6B3-4B75-9FF9-DA2FA2E619AF}" type="presParOf" srcId="{6D3CBFAB-4398-432E-ADF6-22EC737D4620}" destId="{1C824222-B153-4965-A520-93D13687FB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FF277-A282-0C4F-89AC-37C3CC80F91E}">
      <dsp:nvSpPr>
        <dsp:cNvPr id="0" name=""/>
        <dsp:cNvSpPr/>
      </dsp:nvSpPr>
      <dsp:spPr>
        <a:xfrm>
          <a:off x="0" y="0"/>
          <a:ext cx="3166070" cy="338479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839" tIns="330200" rIns="24683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Short courses, limited hands-on practice – people forget steps</a:t>
          </a:r>
        </a:p>
      </dsp:txBody>
      <dsp:txXfrm>
        <a:off x="0" y="1286223"/>
        <a:ext cx="3166070" cy="2030879"/>
      </dsp:txXfrm>
    </dsp:sp>
    <dsp:sp modelId="{2C92B3C5-CA71-6C46-9CB7-DBA403312BED}">
      <dsp:nvSpPr>
        <dsp:cNvPr id="0" name=""/>
        <dsp:cNvSpPr/>
      </dsp:nvSpPr>
      <dsp:spPr>
        <a:xfrm>
          <a:off x="1075315" y="338479"/>
          <a:ext cx="1015439" cy="10154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168" tIns="12700" rIns="79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24023" y="487187"/>
        <a:ext cx="718023" cy="718023"/>
      </dsp:txXfrm>
    </dsp:sp>
    <dsp:sp modelId="{89869B65-798F-FF47-80CC-C95954E19FD2}">
      <dsp:nvSpPr>
        <dsp:cNvPr id="0" name=""/>
        <dsp:cNvSpPr/>
      </dsp:nvSpPr>
      <dsp:spPr>
        <a:xfrm>
          <a:off x="0" y="3384727"/>
          <a:ext cx="3166070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A5457-1DB6-4A41-8D56-F2C205904FD1}">
      <dsp:nvSpPr>
        <dsp:cNvPr id="0" name=""/>
        <dsp:cNvSpPr/>
      </dsp:nvSpPr>
      <dsp:spPr>
        <a:xfrm>
          <a:off x="3482677" y="0"/>
          <a:ext cx="3166070" cy="338479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839" tIns="330200" rIns="24683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Dependence on instructors, manikins, and classroom time</a:t>
          </a:r>
        </a:p>
      </dsp:txBody>
      <dsp:txXfrm>
        <a:off x="3482677" y="1286223"/>
        <a:ext cx="3166070" cy="2030879"/>
      </dsp:txXfrm>
    </dsp:sp>
    <dsp:sp modelId="{6562B42B-D959-8247-93A3-481832748D6B}">
      <dsp:nvSpPr>
        <dsp:cNvPr id="0" name=""/>
        <dsp:cNvSpPr/>
      </dsp:nvSpPr>
      <dsp:spPr>
        <a:xfrm>
          <a:off x="4557992" y="338479"/>
          <a:ext cx="1015439" cy="10154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168" tIns="12700" rIns="79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06700" y="487187"/>
        <a:ext cx="718023" cy="718023"/>
      </dsp:txXfrm>
    </dsp:sp>
    <dsp:sp modelId="{24D78EB0-F06B-4F48-BB37-065B5F3C8631}">
      <dsp:nvSpPr>
        <dsp:cNvPr id="0" name=""/>
        <dsp:cNvSpPr/>
      </dsp:nvSpPr>
      <dsp:spPr>
        <a:xfrm>
          <a:off x="3482677" y="3384727"/>
          <a:ext cx="3166070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0A071-333D-E84D-9991-BC141B373283}">
      <dsp:nvSpPr>
        <dsp:cNvPr id="0" name=""/>
        <dsp:cNvSpPr/>
      </dsp:nvSpPr>
      <dsp:spPr>
        <a:xfrm>
          <a:off x="6965354" y="0"/>
          <a:ext cx="3166070" cy="338479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839" tIns="330200" rIns="246839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Learners feel unsure or nervous in real emergency situations</a:t>
          </a:r>
        </a:p>
      </dsp:txBody>
      <dsp:txXfrm>
        <a:off x="6965354" y="1286223"/>
        <a:ext cx="3166070" cy="2030879"/>
      </dsp:txXfrm>
    </dsp:sp>
    <dsp:sp modelId="{4B69EFB0-1692-3945-9EC8-1443B2F61BB2}">
      <dsp:nvSpPr>
        <dsp:cNvPr id="0" name=""/>
        <dsp:cNvSpPr/>
      </dsp:nvSpPr>
      <dsp:spPr>
        <a:xfrm>
          <a:off x="8040669" y="338479"/>
          <a:ext cx="1015439" cy="10154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168" tIns="12700" rIns="79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189377" y="487187"/>
        <a:ext cx="718023" cy="718023"/>
      </dsp:txXfrm>
    </dsp:sp>
    <dsp:sp modelId="{E42A864F-077F-B547-A518-E09A4C94771E}">
      <dsp:nvSpPr>
        <dsp:cNvPr id="0" name=""/>
        <dsp:cNvSpPr/>
      </dsp:nvSpPr>
      <dsp:spPr>
        <a:xfrm>
          <a:off x="6965354" y="3384727"/>
          <a:ext cx="3166070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07EEE-D4DA-584A-AD48-B712A244876B}">
      <dsp:nvSpPr>
        <dsp:cNvPr id="0" name=""/>
        <dsp:cNvSpPr/>
      </dsp:nvSpPr>
      <dsp:spPr>
        <a:xfrm>
          <a:off x="0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475E0-3B7A-9F41-A899-75292CB8B924}">
      <dsp:nvSpPr>
        <dsp:cNvPr id="0" name=""/>
        <dsp:cNvSpPr/>
      </dsp:nvSpPr>
      <dsp:spPr>
        <a:xfrm>
          <a:off x="316607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VR CPR / first-aid apps: scenario-based training with basic scoring</a:t>
          </a:r>
        </a:p>
      </dsp:txBody>
      <dsp:txXfrm>
        <a:off x="369603" y="991079"/>
        <a:ext cx="2743471" cy="1703417"/>
      </dsp:txXfrm>
    </dsp:sp>
    <dsp:sp modelId="{13A2ED40-E2D9-5B4F-B057-DC8F26B0E30D}">
      <dsp:nvSpPr>
        <dsp:cNvPr id="0" name=""/>
        <dsp:cNvSpPr/>
      </dsp:nvSpPr>
      <dsp:spPr>
        <a:xfrm>
          <a:off x="3482677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EDD2D-57A8-8641-AD5A-0B301E0C3F18}">
      <dsp:nvSpPr>
        <dsp:cNvPr id="0" name=""/>
        <dsp:cNvSpPr/>
      </dsp:nvSpPr>
      <dsp:spPr>
        <a:xfrm>
          <a:off x="3799284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Professional trauma / nursing VR: complex, team-based hospital scenarios</a:t>
          </a:r>
        </a:p>
      </dsp:txBody>
      <dsp:txXfrm>
        <a:off x="3852280" y="991079"/>
        <a:ext cx="2743471" cy="1703417"/>
      </dsp:txXfrm>
    </dsp:sp>
    <dsp:sp modelId="{D89F8383-FC9E-4B46-85D8-4ADFE00FEE54}">
      <dsp:nvSpPr>
        <dsp:cNvPr id="0" name=""/>
        <dsp:cNvSpPr/>
      </dsp:nvSpPr>
      <dsp:spPr>
        <a:xfrm>
          <a:off x="6965354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452EA-A02A-034E-BF52-B8610A27453B}">
      <dsp:nvSpPr>
        <dsp:cNvPr id="0" name=""/>
        <dsp:cNvSpPr/>
      </dsp:nvSpPr>
      <dsp:spPr>
        <a:xfrm>
          <a:off x="7281961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Show VR is already used, but often for one specific skill only</a:t>
          </a:r>
        </a:p>
      </dsp:txBody>
      <dsp:txXfrm>
        <a:off x="7334957" y="991079"/>
        <a:ext cx="2743471" cy="17034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18461-BA7F-2D45-B68F-6B73D9ED1F59}">
      <dsp:nvSpPr>
        <dsp:cNvPr id="0" name=""/>
        <dsp:cNvSpPr/>
      </dsp:nvSpPr>
      <dsp:spPr>
        <a:xfrm>
          <a:off x="0" y="0"/>
          <a:ext cx="5563419" cy="1446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Beginner-friendly: simple interactions &amp; step-by-step guidance</a:t>
          </a:r>
        </a:p>
      </dsp:txBody>
      <dsp:txXfrm>
        <a:off x="42353" y="42353"/>
        <a:ext cx="4003014" cy="1361348"/>
      </dsp:txXfrm>
    </dsp:sp>
    <dsp:sp modelId="{6A1FCE67-20D7-9E4E-A825-71C17679021D}">
      <dsp:nvSpPr>
        <dsp:cNvPr id="0" name=""/>
        <dsp:cNvSpPr/>
      </dsp:nvSpPr>
      <dsp:spPr>
        <a:xfrm>
          <a:off x="490889" y="1687063"/>
          <a:ext cx="5563419" cy="1446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Simple to deploy and low operating cost</a:t>
          </a:r>
        </a:p>
      </dsp:txBody>
      <dsp:txXfrm>
        <a:off x="533242" y="1729416"/>
        <a:ext cx="4047887" cy="1361348"/>
      </dsp:txXfrm>
    </dsp:sp>
    <dsp:sp modelId="{EC0ACABA-C60E-E445-ABC1-D13AB6522EFC}">
      <dsp:nvSpPr>
        <dsp:cNvPr id="0" name=""/>
        <dsp:cNvSpPr/>
      </dsp:nvSpPr>
      <dsp:spPr>
        <a:xfrm>
          <a:off x="981779" y="3374127"/>
          <a:ext cx="5563419" cy="1446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Clear feedback: which steps were done, which were missed</a:t>
          </a:r>
        </a:p>
      </dsp:txBody>
      <dsp:txXfrm>
        <a:off x="1024132" y="3416480"/>
        <a:ext cx="4047887" cy="1361348"/>
      </dsp:txXfrm>
    </dsp:sp>
    <dsp:sp modelId="{3C33637F-0C63-3C42-B271-D2F4EB9A6809}">
      <dsp:nvSpPr>
        <dsp:cNvPr id="0" name=""/>
        <dsp:cNvSpPr/>
      </dsp:nvSpPr>
      <dsp:spPr>
        <a:xfrm>
          <a:off x="4623483" y="1096591"/>
          <a:ext cx="939935" cy="939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834968" y="1096591"/>
        <a:ext cx="516965" cy="707301"/>
      </dsp:txXfrm>
    </dsp:sp>
    <dsp:sp modelId="{50A6B31F-DB93-614A-A113-DA5532400679}">
      <dsp:nvSpPr>
        <dsp:cNvPr id="0" name=""/>
        <dsp:cNvSpPr/>
      </dsp:nvSpPr>
      <dsp:spPr>
        <a:xfrm>
          <a:off x="5114373" y="2774014"/>
          <a:ext cx="939935" cy="93993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25858" y="2774014"/>
        <a:ext cx="516965" cy="7073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4C2C1-EBA2-4C60-A7FC-8DE4E641698F}">
      <dsp:nvSpPr>
        <dsp:cNvPr id="0" name=""/>
        <dsp:cNvSpPr/>
      </dsp:nvSpPr>
      <dsp:spPr>
        <a:xfrm>
          <a:off x="0" y="600"/>
          <a:ext cx="5886291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71A06-AB91-4E08-B9AA-BEC743A7C153}">
      <dsp:nvSpPr>
        <dsp:cNvPr id="0" name=""/>
        <dsp:cNvSpPr/>
      </dsp:nvSpPr>
      <dsp:spPr>
        <a:xfrm>
          <a:off x="424883" y="316629"/>
          <a:ext cx="772515" cy="772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3C524-4F44-49E9-9ADB-F7262FD6F1B8}">
      <dsp:nvSpPr>
        <dsp:cNvPr id="0" name=""/>
        <dsp:cNvSpPr/>
      </dsp:nvSpPr>
      <dsp:spPr>
        <a:xfrm>
          <a:off x="1622283" y="600"/>
          <a:ext cx="4264007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Prototype-level system with only one or two scenarios</a:t>
          </a:r>
        </a:p>
      </dsp:txBody>
      <dsp:txXfrm>
        <a:off x="1622283" y="600"/>
        <a:ext cx="4264007" cy="1404574"/>
      </dsp:txXfrm>
    </dsp:sp>
    <dsp:sp modelId="{45CFB8A7-D9D8-4929-8D0F-5437EA2F2462}">
      <dsp:nvSpPr>
        <dsp:cNvPr id="0" name=""/>
        <dsp:cNvSpPr/>
      </dsp:nvSpPr>
      <dsp:spPr>
        <a:xfrm>
          <a:off x="0" y="1756318"/>
          <a:ext cx="5886291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0D27F-253D-4116-A0E6-715B1A08D137}">
      <dsp:nvSpPr>
        <dsp:cNvPr id="0" name=""/>
        <dsp:cNvSpPr/>
      </dsp:nvSpPr>
      <dsp:spPr>
        <a:xfrm>
          <a:off x="424883" y="2072347"/>
          <a:ext cx="772515" cy="772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C166C-9452-4FB8-A3BD-7D5F7FD6F0F4}">
      <dsp:nvSpPr>
        <dsp:cNvPr id="0" name=""/>
        <dsp:cNvSpPr/>
      </dsp:nvSpPr>
      <dsp:spPr>
        <a:xfrm>
          <a:off x="1622283" y="1756318"/>
          <a:ext cx="4264007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Simple interaction &amp; evaluation, not fully medically precise</a:t>
          </a:r>
        </a:p>
      </dsp:txBody>
      <dsp:txXfrm>
        <a:off x="1622283" y="1756318"/>
        <a:ext cx="4264007" cy="1404574"/>
      </dsp:txXfrm>
    </dsp:sp>
    <dsp:sp modelId="{02D4544E-1C6E-4D03-83AC-3827C94C92E8}">
      <dsp:nvSpPr>
        <dsp:cNvPr id="0" name=""/>
        <dsp:cNvSpPr/>
      </dsp:nvSpPr>
      <dsp:spPr>
        <a:xfrm>
          <a:off x="0" y="3512036"/>
          <a:ext cx="5886291" cy="14045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BBF84-B047-4CDB-913E-210342FE43F1}">
      <dsp:nvSpPr>
        <dsp:cNvPr id="0" name=""/>
        <dsp:cNvSpPr/>
      </dsp:nvSpPr>
      <dsp:spPr>
        <a:xfrm>
          <a:off x="424883" y="3828065"/>
          <a:ext cx="772515" cy="7725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082D9-A6FE-4525-A14A-3D420C034C4A}">
      <dsp:nvSpPr>
        <dsp:cNvPr id="0" name=""/>
        <dsp:cNvSpPr/>
      </dsp:nvSpPr>
      <dsp:spPr>
        <a:xfrm>
          <a:off x="1622283" y="3512036"/>
          <a:ext cx="4264007" cy="140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651" tIns="148651" rIns="148651" bIns="1486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Requires VR hardware, which may limit access</a:t>
          </a:r>
        </a:p>
      </dsp:txBody>
      <dsp:txXfrm>
        <a:off x="1622283" y="3512036"/>
        <a:ext cx="4264007" cy="14045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0DD01-323A-40F3-8764-C4E689901F93}">
      <dsp:nvSpPr>
        <dsp:cNvPr id="0" name=""/>
        <dsp:cNvSpPr/>
      </dsp:nvSpPr>
      <dsp:spPr>
        <a:xfrm>
          <a:off x="970752" y="555044"/>
          <a:ext cx="927160" cy="9271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F8FAC-EE9F-4B2E-ADA4-DE867754DBED}">
      <dsp:nvSpPr>
        <dsp:cNvPr id="0" name=""/>
        <dsp:cNvSpPr/>
      </dsp:nvSpPr>
      <dsp:spPr>
        <a:xfrm>
          <a:off x="404154" y="1772955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Add more first-aid scenarios (bleeding, choking, burns, etc.)</a:t>
          </a:r>
        </a:p>
      </dsp:txBody>
      <dsp:txXfrm>
        <a:off x="404154" y="1772955"/>
        <a:ext cx="2060357" cy="720000"/>
      </dsp:txXfrm>
    </dsp:sp>
    <dsp:sp modelId="{ABBD342E-0F91-4216-AE6E-6522DB147E28}">
      <dsp:nvSpPr>
        <dsp:cNvPr id="0" name=""/>
        <dsp:cNvSpPr/>
      </dsp:nvSpPr>
      <dsp:spPr>
        <a:xfrm>
          <a:off x="3391672" y="555044"/>
          <a:ext cx="927160" cy="9271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F5818-8996-4B92-B584-40DCAFD22DDF}">
      <dsp:nvSpPr>
        <dsp:cNvPr id="0" name=""/>
        <dsp:cNvSpPr/>
      </dsp:nvSpPr>
      <dsp:spPr>
        <a:xfrm>
          <a:off x="2825074" y="1772955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 interaction quality and feedback detail</a:t>
          </a:r>
        </a:p>
      </dsp:txBody>
      <dsp:txXfrm>
        <a:off x="2825074" y="1772955"/>
        <a:ext cx="2060357" cy="720000"/>
      </dsp:txXfrm>
    </dsp:sp>
    <dsp:sp modelId="{503D2447-F18C-44E9-A4FC-D8517D59E202}">
      <dsp:nvSpPr>
        <dsp:cNvPr id="0" name=""/>
        <dsp:cNvSpPr/>
      </dsp:nvSpPr>
      <dsp:spPr>
        <a:xfrm>
          <a:off x="5812591" y="555044"/>
          <a:ext cx="927160" cy="9271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E2A07-13C2-4763-8467-EF4C51FDA365}">
      <dsp:nvSpPr>
        <dsp:cNvPr id="0" name=""/>
        <dsp:cNvSpPr/>
      </dsp:nvSpPr>
      <dsp:spPr>
        <a:xfrm>
          <a:off x="5245993" y="1772955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Explore WebXR / web-based VR for easier access</a:t>
          </a:r>
        </a:p>
      </dsp:txBody>
      <dsp:txXfrm>
        <a:off x="5245993" y="1772955"/>
        <a:ext cx="2060357" cy="720000"/>
      </dsp:txXfrm>
    </dsp:sp>
    <dsp:sp modelId="{21AC9982-8EE0-43F1-85F6-5BC22592CB71}">
      <dsp:nvSpPr>
        <dsp:cNvPr id="0" name=""/>
        <dsp:cNvSpPr/>
      </dsp:nvSpPr>
      <dsp:spPr>
        <a:xfrm>
          <a:off x="8233511" y="555044"/>
          <a:ext cx="927160" cy="9271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EA9FA-88A8-4FE9-B397-A0C858879AFD}">
      <dsp:nvSpPr>
        <dsp:cNvPr id="0" name=""/>
        <dsp:cNvSpPr/>
      </dsp:nvSpPr>
      <dsp:spPr>
        <a:xfrm>
          <a:off x="7666913" y="1772955"/>
          <a:ext cx="20603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Establish a complete data analysis</a:t>
          </a:r>
        </a:p>
      </dsp:txBody>
      <dsp:txXfrm>
        <a:off x="7666913" y="1772955"/>
        <a:ext cx="2060357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EE17B-3C42-4CB7-BE15-B194FC00D956}">
      <dsp:nvSpPr>
        <dsp:cNvPr id="0" name=""/>
        <dsp:cNvSpPr/>
      </dsp:nvSpPr>
      <dsp:spPr>
        <a:xfrm>
          <a:off x="1286442" y="21574"/>
          <a:ext cx="1132312" cy="11323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06904-3728-4B82-82D0-4A3871089C02}">
      <dsp:nvSpPr>
        <dsp:cNvPr id="0" name=""/>
        <dsp:cNvSpPr/>
      </dsp:nvSpPr>
      <dsp:spPr>
        <a:xfrm>
          <a:off x="1527754" y="262886"/>
          <a:ext cx="649687" cy="649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BE2019-C309-4F59-94A4-1459B5976DEB}">
      <dsp:nvSpPr>
        <dsp:cNvPr id="0" name=""/>
        <dsp:cNvSpPr/>
      </dsp:nvSpPr>
      <dsp:spPr>
        <a:xfrm>
          <a:off x="924473" y="1506574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Run small user studies (usability &amp; confidence)</a:t>
          </a:r>
        </a:p>
      </dsp:txBody>
      <dsp:txXfrm>
        <a:off x="924473" y="1506574"/>
        <a:ext cx="1856250" cy="720000"/>
      </dsp:txXfrm>
    </dsp:sp>
    <dsp:sp modelId="{2497632A-476E-420B-9E3C-88E7E4ABB3A0}">
      <dsp:nvSpPr>
        <dsp:cNvPr id="0" name=""/>
        <dsp:cNvSpPr/>
      </dsp:nvSpPr>
      <dsp:spPr>
        <a:xfrm>
          <a:off x="3467536" y="21574"/>
          <a:ext cx="1132312" cy="11323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9BC632-1266-4D5B-864C-02C0961065AC}">
      <dsp:nvSpPr>
        <dsp:cNvPr id="0" name=""/>
        <dsp:cNvSpPr/>
      </dsp:nvSpPr>
      <dsp:spPr>
        <a:xfrm>
          <a:off x="3708848" y="262886"/>
          <a:ext cx="649687" cy="649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35F65-9B1C-4B90-A48F-10552DB51852}">
      <dsp:nvSpPr>
        <dsp:cNvPr id="0" name=""/>
        <dsp:cNvSpPr/>
      </dsp:nvSpPr>
      <dsp:spPr>
        <a:xfrm>
          <a:off x="3105567" y="1506574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Compare VR practice with traditional first-aid teaching</a:t>
          </a:r>
        </a:p>
      </dsp:txBody>
      <dsp:txXfrm>
        <a:off x="3105567" y="1506574"/>
        <a:ext cx="1856250" cy="720000"/>
      </dsp:txXfrm>
    </dsp:sp>
    <dsp:sp modelId="{63BD9ED6-2771-4576-B2D8-F2AC2A9599F0}">
      <dsp:nvSpPr>
        <dsp:cNvPr id="0" name=""/>
        <dsp:cNvSpPr/>
      </dsp:nvSpPr>
      <dsp:spPr>
        <a:xfrm>
          <a:off x="2376989" y="2690636"/>
          <a:ext cx="1132312" cy="11323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0369B-C823-47E4-8C4F-059E2D0B16C2}">
      <dsp:nvSpPr>
        <dsp:cNvPr id="0" name=""/>
        <dsp:cNvSpPr/>
      </dsp:nvSpPr>
      <dsp:spPr>
        <a:xfrm>
          <a:off x="2618301" y="2931949"/>
          <a:ext cx="649687" cy="649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24222-B153-4965-A520-93D13687FBF3}">
      <dsp:nvSpPr>
        <dsp:cNvPr id="0" name=""/>
        <dsp:cNvSpPr/>
      </dsp:nvSpPr>
      <dsp:spPr>
        <a:xfrm>
          <a:off x="2015020" y="4175636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Work with first-aid instructors and integrate into real courses</a:t>
          </a:r>
        </a:p>
      </dsp:txBody>
      <dsp:txXfrm>
        <a:off x="2015020" y="4175636"/>
        <a:ext cx="185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C3C74-D51A-C8A9-18B5-3B72FB9DE2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735650-30FA-31D9-DAD9-E5E66EF16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>
            <a:normAutofit/>
          </a:bodyPr>
          <a:lstStyle/>
          <a:p>
            <a:r>
              <a:rPr lang="en-US"/>
              <a:t>VR Training for First Aid Skills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CF39A-84FD-30AF-F0AF-216C056BD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COMP-8490 Virtual Reality – Project Presentation</a:t>
            </a:r>
          </a:p>
          <a:p>
            <a:r>
              <a:rPr lang="en-US"/>
              <a:t>Lei Jiang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7413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66BC-3C4B-8B51-83DA-D048179D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Topic &amp; Motivation</a:t>
            </a:r>
            <a:br>
              <a:rPr lang="en-US" dirty="0"/>
            </a:br>
            <a:endParaRPr lang="en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2E0F9-4230-30C7-8AE1-A49DC6D91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91" y="643463"/>
            <a:ext cx="5106023" cy="558035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C7E2-F029-173A-F8CD-4800F7096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06" y="2251587"/>
            <a:ext cx="3706762" cy="3972232"/>
          </a:xfrm>
        </p:spPr>
        <p:txBody>
          <a:bodyPr>
            <a:normAutofit/>
          </a:bodyPr>
          <a:lstStyle/>
          <a:p>
            <a:r>
              <a:rPr lang="en-US" dirty="0"/>
              <a:t>VR training for basic first aid skills (focus on adult CPR)</a:t>
            </a:r>
          </a:p>
          <a:p>
            <a:r>
              <a:rPr lang="en-US" dirty="0"/>
              <a:t>Help beginners practice in a safe, repeatable, immersive way</a:t>
            </a:r>
          </a:p>
          <a:p>
            <a:r>
              <a:rPr lang="en-US" dirty="0"/>
              <a:t>Bridge the gap between one short course and real emergencies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3965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BDC1-1A0B-C4FA-EFEE-32577EBC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/>
              <a:t>Pain Points of Traditional Training</a:t>
            </a:r>
            <a:endParaRPr lang="en-C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69A404-0C4F-FA88-23F4-A3A9287C3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495635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246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0DC1-7FD7-8011-B136-16120041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/>
              <a:t>Market Research – Existing VR Products</a:t>
            </a:r>
            <a:endParaRPr lang="en-C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19E77F-1263-EB6F-F779-B862C07AC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414931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2942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06428-5BEF-1D39-DFCA-AD8DA411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My System – Strengths</a:t>
            </a:r>
            <a:endParaRPr lang="en-CN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53ADF5F-CE95-D512-1FEE-4DC80EAC5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910038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982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E3B924-0A18-B630-30E8-63F31F50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My System – Limitations</a:t>
            </a:r>
            <a:endParaRPr lang="en-CN">
              <a:solidFill>
                <a:srgbClr val="FFFFFF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4D128B-A272-3E72-E62D-FC211F34C7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414866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6101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8C6638-DBF2-FB32-5FD3-803FCA7E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53142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FFFF"/>
                </a:solidFill>
              </a:rPr>
              <a:t>Future Plan – Technical</a:t>
            </a:r>
            <a:endParaRPr lang="en-CN" sz="4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6170C-E00D-CE8E-9DA7-C32BF400D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171919"/>
              </p:ext>
            </p:extLst>
          </p:nvPr>
        </p:nvGraphicFramePr>
        <p:xfrm>
          <a:off x="1028700" y="2743200"/>
          <a:ext cx="10131425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30540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39433E-8796-F49B-C7FA-194EA6F7C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Plan – Research &amp; Deployment</a:t>
            </a:r>
            <a:endParaRPr lang="en-CN">
              <a:solidFill>
                <a:srgbClr val="FFFFFF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2B7731-C25F-6D37-D7BF-DC037990E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747379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1477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2CF0E-B302-5D97-0FEB-FD9C728C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805" y="1354668"/>
            <a:ext cx="8204391" cy="23464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Thank</a:t>
            </a:r>
            <a:r>
              <a:rPr lang="en-US" altLang="zh-CN" sz="6000"/>
              <a:t> you</a:t>
            </a:r>
            <a:endParaRPr lang="en-US" sz="6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37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66</TotalTime>
  <Words>256</Words>
  <Application>Microsoft Macintosh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VR Training for First Aid Skills</vt:lpstr>
      <vt:lpstr>Topic &amp; Motivation </vt:lpstr>
      <vt:lpstr>Pain Points of Traditional Training</vt:lpstr>
      <vt:lpstr>Market Research – Existing VR Products</vt:lpstr>
      <vt:lpstr>My System – Strengths</vt:lpstr>
      <vt:lpstr>My System – Limitations</vt:lpstr>
      <vt:lpstr>Future Plan – Technical</vt:lpstr>
      <vt:lpstr>Future Plan – Research &amp; Deployment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 Training for First Aid Skills</dc:title>
  <dc:creator>Lei Jiang</dc:creator>
  <cp:lastModifiedBy>Lei Jiang</cp:lastModifiedBy>
  <cp:revision>6</cp:revision>
  <dcterms:created xsi:type="dcterms:W3CDTF">2025-12-06T16:16:54Z</dcterms:created>
  <dcterms:modified xsi:type="dcterms:W3CDTF">2025-12-06T17:24:03Z</dcterms:modified>
</cp:coreProperties>
</file>